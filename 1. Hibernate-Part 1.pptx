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9"/>
  </p:notesMasterIdLst>
  <p:handoutMasterIdLst>
    <p:handoutMasterId r:id="rId60"/>
  </p:handoutMasterIdLst>
  <p:sldIdLst>
    <p:sldId id="259" r:id="rId5"/>
    <p:sldId id="2453" r:id="rId6"/>
    <p:sldId id="2675" r:id="rId7"/>
    <p:sldId id="2674" r:id="rId8"/>
    <p:sldId id="2676" r:id="rId9"/>
    <p:sldId id="2677" r:id="rId10"/>
    <p:sldId id="2678" r:id="rId11"/>
    <p:sldId id="2679" r:id="rId12"/>
    <p:sldId id="2680" r:id="rId13"/>
    <p:sldId id="2681" r:id="rId14"/>
    <p:sldId id="2682" r:id="rId15"/>
    <p:sldId id="2684" r:id="rId16"/>
    <p:sldId id="2683" r:id="rId17"/>
    <p:sldId id="2685" r:id="rId18"/>
    <p:sldId id="2686" r:id="rId19"/>
    <p:sldId id="2687" r:id="rId20"/>
    <p:sldId id="2688" r:id="rId21"/>
    <p:sldId id="2689" r:id="rId22"/>
    <p:sldId id="2690" r:id="rId23"/>
    <p:sldId id="2691" r:id="rId24"/>
    <p:sldId id="2692" r:id="rId25"/>
    <p:sldId id="2693" r:id="rId26"/>
    <p:sldId id="2694" r:id="rId27"/>
    <p:sldId id="2695" r:id="rId28"/>
    <p:sldId id="2696" r:id="rId29"/>
    <p:sldId id="2697" r:id="rId30"/>
    <p:sldId id="2698" r:id="rId31"/>
    <p:sldId id="2699" r:id="rId32"/>
    <p:sldId id="2700" r:id="rId33"/>
    <p:sldId id="2701" r:id="rId34"/>
    <p:sldId id="2702" r:id="rId35"/>
    <p:sldId id="2703" r:id="rId36"/>
    <p:sldId id="2704" r:id="rId37"/>
    <p:sldId id="2706" r:id="rId38"/>
    <p:sldId id="2705" r:id="rId39"/>
    <p:sldId id="2707" r:id="rId40"/>
    <p:sldId id="2708" r:id="rId41"/>
    <p:sldId id="2709" r:id="rId42"/>
    <p:sldId id="2710" r:id="rId43"/>
    <p:sldId id="2711" r:id="rId44"/>
    <p:sldId id="2712" r:id="rId45"/>
    <p:sldId id="2713" r:id="rId46"/>
    <p:sldId id="2715" r:id="rId47"/>
    <p:sldId id="2714" r:id="rId48"/>
    <p:sldId id="2716" r:id="rId49"/>
    <p:sldId id="2717" r:id="rId50"/>
    <p:sldId id="2718" r:id="rId51"/>
    <p:sldId id="2719" r:id="rId52"/>
    <p:sldId id="2720" r:id="rId53"/>
    <p:sldId id="2434" r:id="rId54"/>
    <p:sldId id="2721" r:id="rId55"/>
    <p:sldId id="2722" r:id="rId56"/>
    <p:sldId id="2724" r:id="rId57"/>
    <p:sldId id="2723" r:id="rId58"/>
  </p:sldIdLst>
  <p:sldSz cx="12192000" cy="6858000"/>
  <p:notesSz cx="6858000" cy="9144000"/>
  <p:custDataLst>
    <p:tags r:id="rId6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1178"/>
    <a:srgbClr val="6846C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86" autoAdjust="0"/>
    <p:restoredTop sz="92923" autoAdjust="0"/>
  </p:normalViewPr>
  <p:slideViewPr>
    <p:cSldViewPr snapToGrid="0">
      <p:cViewPr varScale="1">
        <p:scale>
          <a:sx n="80" d="100"/>
          <a:sy n="80" d="100"/>
        </p:scale>
        <p:origin x="1061" y="67"/>
      </p:cViewPr>
      <p:guideLst>
        <p:guide orient="horz" pos="2160"/>
        <p:guide pos="3840"/>
      </p:guideLst>
    </p:cSldViewPr>
  </p:slideViewPr>
  <p:notesTextViewPr>
    <p:cViewPr>
      <p:scale>
        <a:sx n="1" d="1"/>
        <a:sy n="1" d="1"/>
      </p:scale>
      <p:origin x="0" y="0"/>
    </p:cViewPr>
  </p:notesTextViewPr>
  <p:notesViewPr>
    <p:cSldViewPr snapToGrid="0" showGuides="1">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tags" Target="tags/tag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Image 12">
            <a:extLst>
              <a:ext uri="{FF2B5EF4-FFF2-40B4-BE49-F238E27FC236}">
                <a16:creationId xmlns:a16="http://schemas.microsoft.com/office/drawing/2014/main" id="{FDF90B2A-6B8D-2244-8DC9-BDE251A33CE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4545356" y="8388615"/>
            <a:ext cx="1981388" cy="652774"/>
          </a:xfrm>
          <a:prstGeom prst="rect">
            <a:avLst/>
          </a:prstGeom>
        </p:spPr>
      </p:pic>
      <p:sp>
        <p:nvSpPr>
          <p:cNvPr id="11" name="Fußzeilenplatzhalter 10"/>
          <p:cNvSpPr>
            <a:spLocks noGrp="1"/>
          </p:cNvSpPr>
          <p:nvPr>
            <p:ph type="ftr" sz="quarter" idx="2"/>
          </p:nvPr>
        </p:nvSpPr>
        <p:spPr>
          <a:xfrm>
            <a:off x="323682" y="8575889"/>
            <a:ext cx="2971800" cy="278226"/>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57049302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pos="7265"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a:defRPr sz="1200"/>
            </a:lvl1pPr>
          </a:lstStyle>
          <a:p>
            <a:endParaRPr lang="en-US"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101FE0-5E4A-4E7D-A243-7645F1B6A6BB}" type="datetimeFigureOut">
              <a:rPr lang="en-US" smtClean="0"/>
              <a:pPr/>
              <a:t>2/11/2026</a:t>
            </a:fld>
            <a:endParaRPr lang="en-US"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err="1"/>
              <a:t>Formatvorlagen</a:t>
            </a:r>
            <a:r>
              <a:rPr lang="en-US" dirty="0"/>
              <a:t> des </a:t>
            </a:r>
            <a:r>
              <a:rPr lang="en-US" dirty="0" err="1"/>
              <a:t>Textmasters</a:t>
            </a:r>
            <a:r>
              <a:rPr lang="en-US" dirty="0"/>
              <a:t> </a:t>
            </a:r>
            <a:r>
              <a:rPr lang="en-US" dirty="0" err="1"/>
              <a:t>bearbeiten</a:t>
            </a:r>
            <a:endParaRPr lang="en-US" dirty="0"/>
          </a:p>
          <a:p>
            <a:pPr lvl="1"/>
            <a:r>
              <a:rPr lang="en-US" dirty="0" err="1"/>
              <a:t>Zweite</a:t>
            </a:r>
            <a:r>
              <a:rPr lang="en-US" dirty="0"/>
              <a:t> </a:t>
            </a:r>
            <a:r>
              <a:rPr lang="en-US" dirty="0" err="1"/>
              <a:t>Ebene</a:t>
            </a:r>
            <a:endParaRPr lang="en-US" dirty="0"/>
          </a:p>
          <a:p>
            <a:pPr lvl="2"/>
            <a:r>
              <a:rPr lang="en-US" dirty="0" err="1"/>
              <a:t>Dritte</a:t>
            </a:r>
            <a:r>
              <a:rPr lang="en-US" dirty="0"/>
              <a:t> </a:t>
            </a:r>
            <a:r>
              <a:rPr lang="en-US" dirty="0" err="1"/>
              <a:t>Ebene</a:t>
            </a:r>
            <a:endParaRPr lang="en-US" dirty="0"/>
          </a:p>
          <a:p>
            <a:pPr lvl="3"/>
            <a:r>
              <a:rPr lang="en-US" dirty="0" err="1"/>
              <a:t>Vierte</a:t>
            </a:r>
            <a:r>
              <a:rPr lang="en-US" dirty="0"/>
              <a:t> </a:t>
            </a:r>
            <a:r>
              <a:rPr lang="en-US" dirty="0" err="1"/>
              <a:t>Ebene</a:t>
            </a:r>
            <a:endParaRPr lang="en-US" dirty="0"/>
          </a:p>
          <a:p>
            <a:pPr lvl="4"/>
            <a:r>
              <a:rPr lang="en-US" dirty="0" err="1"/>
              <a:t>Fünfte</a:t>
            </a:r>
            <a:r>
              <a:rPr lang="en-US" dirty="0"/>
              <a:t> </a:t>
            </a:r>
            <a:r>
              <a:rPr lang="en-US" dirty="0" err="1"/>
              <a:t>Ebene</a:t>
            </a:r>
            <a:endParaRPr lang="en-US" dirty="0"/>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a:defRPr sz="1200"/>
            </a:lvl1pPr>
          </a:lstStyle>
          <a:p>
            <a:endParaRPr lang="en-US"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A9AB2E-FDE1-4BC6-85B4-B5D76715CF35}" type="slidenum">
              <a:rPr lang="en-US" smtClean="0"/>
              <a:pPr/>
              <a:t>‹#›</a:t>
            </a:fld>
            <a:endParaRPr lang="en-US" dirty="0"/>
          </a:p>
        </p:txBody>
      </p:sp>
    </p:spTree>
    <p:extLst>
      <p:ext uri="{BB962C8B-B14F-4D97-AF65-F5344CB8AC3E}">
        <p14:creationId xmlns:p14="http://schemas.microsoft.com/office/powerpoint/2010/main" val="3004935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E3A9AB2E-FDE1-4BC6-85B4-B5D76715CF35}" type="slidenum">
              <a:rPr lang="en-US" smtClean="0"/>
              <a:pPr/>
              <a:t>1</a:t>
            </a:fld>
            <a:endParaRPr lang="en-US" dirty="0"/>
          </a:p>
        </p:txBody>
      </p:sp>
    </p:spTree>
    <p:extLst>
      <p:ext uri="{BB962C8B-B14F-4D97-AF65-F5344CB8AC3E}">
        <p14:creationId xmlns:p14="http://schemas.microsoft.com/office/powerpoint/2010/main" val="13134846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982664" y="1160463"/>
            <a:ext cx="7543820" cy="1986498"/>
          </a:xfrm>
        </p:spPr>
        <p:txBody>
          <a:bodyPr anchor="b"/>
          <a:lstStyle>
            <a:lvl1pPr algn="l">
              <a:defRPr sz="4200">
                <a:solidFill>
                  <a:schemeClr val="bg1"/>
                </a:solidFill>
                <a:latin typeface="Arial" panose="020B0604020202020204" pitchFamily="34" charset="0"/>
                <a:cs typeface="Arial" panose="020B0604020202020204" pitchFamily="34" charset="0"/>
              </a:defRPr>
            </a:lvl1pPr>
          </a:lstStyle>
          <a:p>
            <a:r>
              <a:rPr lang="en-US" dirty="0"/>
              <a:t>Presentation title,</a:t>
            </a:r>
            <a:br>
              <a:rPr lang="en-US" dirty="0"/>
            </a:br>
            <a:r>
              <a:rPr lang="en-US" dirty="0"/>
              <a:t>42pt, bold</a:t>
            </a:r>
            <a:br>
              <a:rPr lang="en-US" dirty="0"/>
            </a:br>
            <a:r>
              <a:rPr lang="en-US" dirty="0"/>
              <a:t>max. 3 lines</a:t>
            </a:r>
          </a:p>
        </p:txBody>
      </p:sp>
      <p:sp>
        <p:nvSpPr>
          <p:cNvPr id="3" name="Untertitel 2"/>
          <p:cNvSpPr>
            <a:spLocks noGrp="1"/>
          </p:cNvSpPr>
          <p:nvPr>
            <p:ph type="subTitle" idx="1" hasCustomPrompt="1"/>
          </p:nvPr>
        </p:nvSpPr>
        <p:spPr>
          <a:xfrm>
            <a:off x="982663" y="3388282"/>
            <a:ext cx="7543819" cy="293069"/>
          </a:xfrm>
        </p:spPr>
        <p:txBody>
          <a:bodyPr/>
          <a:lstStyle>
            <a:lvl1pPr marL="0" indent="0" algn="l">
              <a:buNone/>
              <a:defRPr sz="2000" b="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Presentation subtitle, 20pt, max. 1 line</a:t>
            </a:r>
          </a:p>
        </p:txBody>
      </p:sp>
      <p:sp>
        <p:nvSpPr>
          <p:cNvPr id="6" name="Text Placeholder 5">
            <a:extLst>
              <a:ext uri="{FF2B5EF4-FFF2-40B4-BE49-F238E27FC236}">
                <a16:creationId xmlns:a16="http://schemas.microsoft.com/office/drawing/2014/main" id="{9D43EC69-A9A8-46BA-B101-6BF95CBB510B}"/>
              </a:ext>
            </a:extLst>
          </p:cNvPr>
          <p:cNvSpPr>
            <a:spLocks noGrp="1"/>
          </p:cNvSpPr>
          <p:nvPr>
            <p:ph type="body" sz="quarter" idx="11" hasCustomPrompt="1"/>
          </p:nvPr>
        </p:nvSpPr>
        <p:spPr>
          <a:xfrm>
            <a:off x="982663" y="3934800"/>
            <a:ext cx="7543819" cy="219117"/>
          </a:xfrm>
        </p:spPr>
        <p:txBody>
          <a:bodyPr/>
          <a:lstStyle>
            <a:lvl1pPr>
              <a:spcBef>
                <a:spcPts val="0"/>
              </a:spcBef>
              <a:defRPr sz="1400" b="0" cap="all" baseline="0">
                <a:solidFill>
                  <a:schemeClr val="bg1"/>
                </a:solidFill>
                <a:latin typeface="Arial" panose="020B0604020202020204" pitchFamily="34" charset="0"/>
                <a:cs typeface="Arial" panose="020B0604020202020204" pitchFamily="34" charset="0"/>
              </a:defRPr>
            </a:lvl1pPr>
          </a:lstStyle>
          <a:p>
            <a:pPr lvl="0"/>
            <a:r>
              <a:rPr lang="en-US" dirty="0"/>
              <a:t>Date, 14PT, Black, capital letters</a:t>
            </a:r>
            <a:endParaRPr lang="de-DE" dirty="0"/>
          </a:p>
        </p:txBody>
      </p:sp>
      <p:pic>
        <p:nvPicPr>
          <p:cNvPr id="1026" name="Picture 2">
            <a:extLst>
              <a:ext uri="{FF2B5EF4-FFF2-40B4-BE49-F238E27FC236}">
                <a16:creationId xmlns:a16="http://schemas.microsoft.com/office/drawing/2014/main" id="{59673561-A6C8-4FB0-A31C-E1F54A59613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598234" y="-92364"/>
            <a:ext cx="1497739" cy="749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2889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_Picture_left">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4360843" y="1160463"/>
            <a:ext cx="7543820" cy="1986498"/>
          </a:xfrm>
        </p:spPr>
        <p:txBody>
          <a:bodyPr anchor="b"/>
          <a:lstStyle>
            <a:lvl1pPr algn="l">
              <a:defRPr sz="4200">
                <a:solidFill>
                  <a:schemeClr val="bg1"/>
                </a:solidFill>
              </a:defRPr>
            </a:lvl1pPr>
          </a:lstStyle>
          <a:p>
            <a:r>
              <a:rPr lang="en-US" dirty="0"/>
              <a:t>Presentation title,</a:t>
            </a:r>
            <a:br>
              <a:rPr lang="en-US" dirty="0"/>
            </a:br>
            <a:r>
              <a:rPr lang="en-US" dirty="0"/>
              <a:t>42pt, bold</a:t>
            </a:r>
            <a:br>
              <a:rPr lang="en-US" dirty="0"/>
            </a:br>
            <a:r>
              <a:rPr lang="en-US" dirty="0"/>
              <a:t>max. 3 lines</a:t>
            </a:r>
          </a:p>
        </p:txBody>
      </p:sp>
      <p:sp>
        <p:nvSpPr>
          <p:cNvPr id="3" name="Untertitel 2"/>
          <p:cNvSpPr>
            <a:spLocks noGrp="1"/>
          </p:cNvSpPr>
          <p:nvPr>
            <p:ph type="subTitle" idx="1" hasCustomPrompt="1"/>
          </p:nvPr>
        </p:nvSpPr>
        <p:spPr>
          <a:xfrm>
            <a:off x="4360842" y="3388282"/>
            <a:ext cx="7543819" cy="293069"/>
          </a:xfrm>
        </p:spPr>
        <p:txBody>
          <a:bodyPr/>
          <a:lstStyle>
            <a:lvl1pPr marL="0" indent="0" algn="l">
              <a:buNone/>
              <a:defRPr sz="2000" b="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 20pt, max. 1 line</a:t>
            </a:r>
          </a:p>
        </p:txBody>
      </p:sp>
      <p:sp>
        <p:nvSpPr>
          <p:cNvPr id="8" name="Text Placeholder 5">
            <a:extLst>
              <a:ext uri="{FF2B5EF4-FFF2-40B4-BE49-F238E27FC236}">
                <a16:creationId xmlns:a16="http://schemas.microsoft.com/office/drawing/2014/main" id="{B13D6958-4274-44BC-85D6-76026FBDA534}"/>
              </a:ext>
            </a:extLst>
          </p:cNvPr>
          <p:cNvSpPr>
            <a:spLocks noGrp="1"/>
          </p:cNvSpPr>
          <p:nvPr>
            <p:ph type="body" sz="quarter" idx="11" hasCustomPrompt="1"/>
          </p:nvPr>
        </p:nvSpPr>
        <p:spPr>
          <a:xfrm>
            <a:off x="4360844" y="3933773"/>
            <a:ext cx="7543819" cy="219117"/>
          </a:xfrm>
        </p:spPr>
        <p:txBody>
          <a:bodyPr/>
          <a:lstStyle>
            <a:lvl1pPr>
              <a:spcBef>
                <a:spcPts val="0"/>
              </a:spcBef>
              <a:defRPr sz="1400" b="0" cap="all" baseline="0">
                <a:solidFill>
                  <a:schemeClr val="bg1"/>
                </a:solidFill>
              </a:defRPr>
            </a:lvl1pPr>
          </a:lstStyle>
          <a:p>
            <a:pPr lvl="0"/>
            <a:r>
              <a:rPr lang="en-US" dirty="0"/>
              <a:t>Date, 14PT, Black, capital letters</a:t>
            </a:r>
            <a:endParaRPr lang="de-DE" dirty="0"/>
          </a:p>
        </p:txBody>
      </p:sp>
      <p:pic>
        <p:nvPicPr>
          <p:cNvPr id="14" name="Picture 2">
            <a:extLst>
              <a:ext uri="{FF2B5EF4-FFF2-40B4-BE49-F238E27FC236}">
                <a16:creationId xmlns:a16="http://schemas.microsoft.com/office/drawing/2014/main" id="{335D2655-22EA-4123-8D48-15D510EBC03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21094" y="-92364"/>
            <a:ext cx="1497739" cy="749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0970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_Picture_left_2">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4360843" y="1160463"/>
            <a:ext cx="7543820" cy="1986498"/>
          </a:xfrm>
        </p:spPr>
        <p:txBody>
          <a:bodyPr anchor="b"/>
          <a:lstStyle>
            <a:lvl1pPr algn="l">
              <a:defRPr sz="4200">
                <a:solidFill>
                  <a:schemeClr val="bg1"/>
                </a:solidFill>
              </a:defRPr>
            </a:lvl1pPr>
          </a:lstStyle>
          <a:p>
            <a:r>
              <a:rPr lang="en-US" dirty="0"/>
              <a:t>Presentation title,</a:t>
            </a:r>
            <a:br>
              <a:rPr lang="en-US" dirty="0"/>
            </a:br>
            <a:r>
              <a:rPr lang="en-US" dirty="0"/>
              <a:t>42pt, bold</a:t>
            </a:r>
            <a:br>
              <a:rPr lang="en-US" dirty="0"/>
            </a:br>
            <a:r>
              <a:rPr lang="en-US" dirty="0"/>
              <a:t>max. 3 lines</a:t>
            </a:r>
          </a:p>
        </p:txBody>
      </p:sp>
      <p:sp>
        <p:nvSpPr>
          <p:cNvPr id="3" name="Untertitel 2"/>
          <p:cNvSpPr>
            <a:spLocks noGrp="1"/>
          </p:cNvSpPr>
          <p:nvPr>
            <p:ph type="subTitle" idx="1" hasCustomPrompt="1"/>
          </p:nvPr>
        </p:nvSpPr>
        <p:spPr>
          <a:xfrm>
            <a:off x="4360842" y="3388282"/>
            <a:ext cx="7543819" cy="293069"/>
          </a:xfrm>
        </p:spPr>
        <p:txBody>
          <a:bodyPr/>
          <a:lstStyle>
            <a:lvl1pPr marL="0" indent="0" algn="l">
              <a:buNone/>
              <a:defRPr sz="2000" b="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 20pt, max. 1 line</a:t>
            </a:r>
          </a:p>
        </p:txBody>
      </p:sp>
      <p:sp>
        <p:nvSpPr>
          <p:cNvPr id="9" name="Bildplatzhalter 4"/>
          <p:cNvSpPr>
            <a:spLocks noGrp="1"/>
          </p:cNvSpPr>
          <p:nvPr>
            <p:ph type="pic" sz="quarter" idx="11" hasCustomPrompt="1"/>
          </p:nvPr>
        </p:nvSpPr>
        <p:spPr>
          <a:xfrm>
            <a:off x="-6350" y="0"/>
            <a:ext cx="3083863" cy="6858000"/>
          </a:xfrm>
          <a:pattFill prst="pct5">
            <a:fgClr>
              <a:schemeClr val="accent1"/>
            </a:fgClr>
            <a:bgClr>
              <a:schemeClr val="bg1"/>
            </a:bgClr>
          </a:pattFill>
        </p:spPr>
        <p:txBody>
          <a:bodyPr anchor="ctr"/>
          <a:lstStyle>
            <a:lvl1pPr algn="ctr">
              <a:defRPr sz="3600"/>
            </a:lvl1pPr>
          </a:lstStyle>
          <a:p>
            <a:r>
              <a:rPr lang="en-US" dirty="0"/>
              <a:t>Picture</a:t>
            </a:r>
          </a:p>
        </p:txBody>
      </p:sp>
      <p:sp>
        <p:nvSpPr>
          <p:cNvPr id="7" name="Text Placeholder 5">
            <a:extLst>
              <a:ext uri="{FF2B5EF4-FFF2-40B4-BE49-F238E27FC236}">
                <a16:creationId xmlns:a16="http://schemas.microsoft.com/office/drawing/2014/main" id="{FEE5FD86-4C93-4534-8B40-492D99EE045A}"/>
              </a:ext>
            </a:extLst>
          </p:cNvPr>
          <p:cNvSpPr>
            <a:spLocks noGrp="1"/>
          </p:cNvSpPr>
          <p:nvPr>
            <p:ph type="body" sz="quarter" idx="13" hasCustomPrompt="1"/>
          </p:nvPr>
        </p:nvSpPr>
        <p:spPr>
          <a:xfrm>
            <a:off x="4360845" y="3934800"/>
            <a:ext cx="7543818" cy="219117"/>
          </a:xfrm>
        </p:spPr>
        <p:txBody>
          <a:bodyPr/>
          <a:lstStyle>
            <a:lvl1pPr>
              <a:spcBef>
                <a:spcPts val="0"/>
              </a:spcBef>
              <a:defRPr sz="1400" b="0" cap="all" baseline="0">
                <a:solidFill>
                  <a:schemeClr val="bg1"/>
                </a:solidFill>
              </a:defRPr>
            </a:lvl1pPr>
          </a:lstStyle>
          <a:p>
            <a:pPr lvl="0"/>
            <a:r>
              <a:rPr lang="en-US" dirty="0"/>
              <a:t>Date, 14PT, Black, capital letters</a:t>
            </a:r>
            <a:endParaRPr lang="de-DE" dirty="0"/>
          </a:p>
        </p:txBody>
      </p:sp>
    </p:spTree>
    <p:extLst>
      <p:ext uri="{BB962C8B-B14F-4D97-AF65-F5344CB8AC3E}">
        <p14:creationId xmlns:p14="http://schemas.microsoft.com/office/powerpoint/2010/main" val="877052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black">
    <p:bg>
      <p:bgPr>
        <a:solidFill>
          <a:schemeClr val="accent1">
            <a:lumMod val="50000"/>
          </a:schemeClr>
        </a:solidFill>
        <a:effectLst/>
      </p:bgPr>
    </p:bg>
    <p:spTree>
      <p:nvGrpSpPr>
        <p:cNvPr id="1" name=""/>
        <p:cNvGrpSpPr/>
        <p:nvPr/>
      </p:nvGrpSpPr>
      <p:grpSpPr>
        <a:xfrm>
          <a:off x="0" y="0"/>
          <a:ext cx="0" cy="0"/>
          <a:chOff x="0" y="0"/>
          <a:chExt cx="0" cy="0"/>
        </a:xfrm>
      </p:grpSpPr>
      <p:sp>
        <p:nvSpPr>
          <p:cNvPr id="5" name="Textplatzhalter 4"/>
          <p:cNvSpPr>
            <a:spLocks noGrp="1"/>
          </p:cNvSpPr>
          <p:nvPr>
            <p:ph type="body" sz="quarter" idx="10" hasCustomPrompt="1"/>
          </p:nvPr>
        </p:nvSpPr>
        <p:spPr>
          <a:xfrm>
            <a:off x="982663" y="422911"/>
            <a:ext cx="10922000" cy="354330"/>
          </a:xfrm>
        </p:spPr>
        <p:txBody>
          <a:bodyPr/>
          <a:lstStyle>
            <a:lvl1pPr>
              <a:defRPr>
                <a:solidFill>
                  <a:schemeClr val="bg1"/>
                </a:solidFill>
              </a:defRPr>
            </a:lvl1pPr>
          </a:lstStyle>
          <a:p>
            <a:pPr lvl="0"/>
            <a:r>
              <a:rPr lang="en-US" dirty="0"/>
              <a:t>Chapter title</a:t>
            </a:r>
          </a:p>
        </p:txBody>
      </p:sp>
      <p:sp>
        <p:nvSpPr>
          <p:cNvPr id="7" name="Textplatzhalter 6"/>
          <p:cNvSpPr>
            <a:spLocks noGrp="1"/>
          </p:cNvSpPr>
          <p:nvPr>
            <p:ph type="body" sz="quarter" idx="11" hasCustomPrompt="1"/>
          </p:nvPr>
        </p:nvSpPr>
        <p:spPr>
          <a:xfrm>
            <a:off x="982663" y="1449389"/>
            <a:ext cx="10922000" cy="4572000"/>
          </a:xfrm>
        </p:spPr>
        <p:txBody>
          <a:bodyPr/>
          <a:lstStyle>
            <a:lvl1pPr>
              <a:defRPr sz="2000">
                <a:solidFill>
                  <a:schemeClr val="bg1"/>
                </a:solidFill>
              </a:defRPr>
            </a:lvl1pPr>
            <a:lvl2pPr>
              <a:defRPr sz="2000">
                <a:solidFill>
                  <a:schemeClr val="bg1"/>
                </a:solidFill>
              </a:defRPr>
            </a:lvl2pPr>
            <a:lvl3pPr marL="180975" indent="-180975">
              <a:buClr>
                <a:schemeClr val="bg1"/>
              </a:buClr>
              <a:defRPr sz="2000" baseline="0">
                <a:solidFill>
                  <a:schemeClr val="bg1"/>
                </a:solidFill>
              </a:defRPr>
            </a:lvl3pPr>
            <a:lvl4pPr marL="357188" indent="-176213">
              <a:defRPr sz="2000">
                <a:solidFill>
                  <a:schemeClr val="bg1"/>
                </a:solidFill>
              </a:defRPr>
            </a:lvl4pPr>
            <a:lvl5pPr marL="538163" indent="-180975">
              <a:defRPr sz="2000">
                <a:solidFill>
                  <a:schemeClr val="bg1"/>
                </a:solidFill>
              </a:defRPr>
            </a:lvl5pPr>
          </a:lstStyle>
          <a:p>
            <a:pPr lvl="2"/>
            <a:r>
              <a:rPr lang="en-US" dirty="0"/>
              <a:t>Topic One</a:t>
            </a:r>
          </a:p>
          <a:p>
            <a:pPr lvl="2"/>
            <a:r>
              <a:rPr lang="en-US" dirty="0"/>
              <a:t>Topic Two</a:t>
            </a:r>
          </a:p>
          <a:p>
            <a:pPr lvl="2"/>
            <a:r>
              <a:rPr lang="en-US" dirty="0"/>
              <a:t>Topic Three</a:t>
            </a:r>
          </a:p>
          <a:p>
            <a:pPr lvl="2"/>
            <a:r>
              <a:rPr lang="en-US" dirty="0"/>
              <a:t>Topic Four</a:t>
            </a:r>
          </a:p>
          <a:p>
            <a:pPr lvl="2"/>
            <a:r>
              <a:rPr lang="en-US" dirty="0"/>
              <a:t>Topic Five</a:t>
            </a:r>
          </a:p>
        </p:txBody>
      </p:sp>
      <p:sp>
        <p:nvSpPr>
          <p:cNvPr id="12" name="Foliennummernplatzhalter 11"/>
          <p:cNvSpPr>
            <a:spLocks noGrp="1"/>
          </p:cNvSpPr>
          <p:nvPr>
            <p:ph type="sldNum" sz="quarter" idx="13"/>
          </p:nvPr>
        </p:nvSpPr>
        <p:spPr/>
        <p:txBody>
          <a:bodyPr/>
          <a:lstStyle>
            <a:lvl1pPr>
              <a:defRPr>
                <a:solidFill>
                  <a:schemeClr val="bg1"/>
                </a:solidFill>
              </a:defRPr>
            </a:lvl1pPr>
          </a:lstStyle>
          <a:p>
            <a:fld id="{64EFF315-FA4E-4084-ACCF-A94C350B883E}" type="slidenum">
              <a:rPr lang="en-US" smtClean="0"/>
              <a:pPr/>
              <a:t>‹#›</a:t>
            </a:fld>
            <a:endParaRPr lang="en-US" dirty="0"/>
          </a:p>
        </p:txBody>
      </p:sp>
      <p:sp>
        <p:nvSpPr>
          <p:cNvPr id="9"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bg1"/>
                </a:solidFill>
              </a:defRPr>
            </a:lvl1pPr>
          </a:lstStyle>
          <a:p>
            <a:r>
              <a:rPr lang="en-US"/>
              <a:t>ORM |  © SmartCliff  |  Internal  |  Version 1.0  </a:t>
            </a:r>
            <a:endParaRPr lang="en-US" dirty="0"/>
          </a:p>
        </p:txBody>
      </p:sp>
    </p:spTree>
    <p:extLst>
      <p:ext uri="{BB962C8B-B14F-4D97-AF65-F5344CB8AC3E}">
        <p14:creationId xmlns:p14="http://schemas.microsoft.com/office/powerpoint/2010/main" val="2016049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_white">
    <p:bg>
      <p:bgPr>
        <a:solidFill>
          <a:schemeClr val="bg1"/>
        </a:solidFill>
        <a:effectLst/>
      </p:bgPr>
    </p:bg>
    <p:spTree>
      <p:nvGrpSpPr>
        <p:cNvPr id="1" name=""/>
        <p:cNvGrpSpPr/>
        <p:nvPr/>
      </p:nvGrpSpPr>
      <p:grpSpPr>
        <a:xfrm>
          <a:off x="0" y="0"/>
          <a:ext cx="0" cy="0"/>
          <a:chOff x="0" y="0"/>
          <a:chExt cx="0" cy="0"/>
        </a:xfrm>
      </p:grpSpPr>
      <p:sp>
        <p:nvSpPr>
          <p:cNvPr id="5" name="Textplatzhalter 4"/>
          <p:cNvSpPr>
            <a:spLocks noGrp="1"/>
          </p:cNvSpPr>
          <p:nvPr>
            <p:ph type="body" sz="quarter" idx="10" hasCustomPrompt="1"/>
          </p:nvPr>
        </p:nvSpPr>
        <p:spPr>
          <a:xfrm>
            <a:off x="982663" y="296545"/>
            <a:ext cx="10922000" cy="371475"/>
          </a:xfrm>
        </p:spPr>
        <p:txBody>
          <a:bodyPr/>
          <a:lstStyle>
            <a:lvl1pPr>
              <a:defRPr>
                <a:solidFill>
                  <a:schemeClr val="accent1"/>
                </a:solidFill>
              </a:defRPr>
            </a:lvl1pPr>
          </a:lstStyle>
          <a:p>
            <a:pPr lvl="0"/>
            <a:r>
              <a:rPr lang="en-US" dirty="0"/>
              <a:t>Chapter title</a:t>
            </a:r>
          </a:p>
        </p:txBody>
      </p:sp>
      <p:sp>
        <p:nvSpPr>
          <p:cNvPr id="12" name="Foliennummernplatzhalter 11"/>
          <p:cNvSpPr>
            <a:spLocks noGrp="1"/>
          </p:cNvSpPr>
          <p:nvPr>
            <p:ph type="sldNum" sz="quarter" idx="13"/>
          </p:nvPr>
        </p:nvSpPr>
        <p:spPr/>
        <p:txBody>
          <a:bodyPr/>
          <a:lstStyle>
            <a:lvl1pPr>
              <a:defRPr>
                <a:solidFill>
                  <a:schemeClr val="tx1"/>
                </a:solidFill>
              </a:defRPr>
            </a:lvl1pPr>
          </a:lstStyle>
          <a:p>
            <a:fld id="{64EFF315-FA4E-4084-ACCF-A94C350B883E}" type="slidenum">
              <a:rPr lang="en-US" smtClean="0"/>
              <a:pPr/>
              <a:t>‹#›</a:t>
            </a:fld>
            <a:endParaRPr lang="en-US" dirty="0"/>
          </a:p>
        </p:txBody>
      </p:sp>
      <p:sp>
        <p:nvSpPr>
          <p:cNvPr id="6"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
        <p:nvSpPr>
          <p:cNvPr id="9" name="Text Placeholder 8">
            <a:extLst>
              <a:ext uri="{FF2B5EF4-FFF2-40B4-BE49-F238E27FC236}">
                <a16:creationId xmlns:a16="http://schemas.microsoft.com/office/drawing/2014/main" id="{D813D5FD-81A9-40A5-BD73-304893578168}"/>
              </a:ext>
            </a:extLst>
          </p:cNvPr>
          <p:cNvSpPr>
            <a:spLocks noGrp="1"/>
          </p:cNvSpPr>
          <p:nvPr>
            <p:ph type="body" sz="quarter" idx="14" hasCustomPrompt="1"/>
          </p:nvPr>
        </p:nvSpPr>
        <p:spPr>
          <a:xfrm>
            <a:off x="989013" y="1449389"/>
            <a:ext cx="10915650" cy="4572000"/>
          </a:xfrm>
        </p:spPr>
        <p:txBody>
          <a:bodyPr/>
          <a:lstStyle>
            <a:lvl1pPr marL="176213" indent="-176213">
              <a:buFont typeface="Arial" panose="020B0604020202020204" pitchFamily="34" charset="0"/>
              <a:buChar char="•"/>
              <a:defRPr sz="2000" b="0">
                <a:solidFill>
                  <a:schemeClr val="tx2"/>
                </a:solidFill>
              </a:defRPr>
            </a:lvl1pPr>
            <a:lvl2pPr marL="176213" indent="-176213">
              <a:buFont typeface="Arial" panose="020B0604020202020204" pitchFamily="34" charset="0"/>
              <a:buChar char="•"/>
              <a:defRPr sz="2000" b="0">
                <a:solidFill>
                  <a:schemeClr val="tx2"/>
                </a:solidFill>
              </a:defRPr>
            </a:lvl2pPr>
            <a:lvl3pPr marL="176213" indent="-176213">
              <a:buFont typeface="Arial" panose="020B0604020202020204" pitchFamily="34" charset="0"/>
              <a:buChar char="•"/>
              <a:defRPr sz="2000" b="0">
                <a:solidFill>
                  <a:schemeClr val="tx2"/>
                </a:solidFill>
              </a:defRPr>
            </a:lvl3pPr>
            <a:lvl4pPr marL="176213" indent="-176213">
              <a:buFont typeface="Arial" panose="020B0604020202020204" pitchFamily="34" charset="0"/>
              <a:buChar char="•"/>
              <a:defRPr sz="2000" b="0">
                <a:solidFill>
                  <a:schemeClr val="tx2"/>
                </a:solidFill>
              </a:defRPr>
            </a:lvl4pPr>
            <a:lvl5pPr marL="176213" indent="-176213">
              <a:buFont typeface="Arial" panose="020B0604020202020204" pitchFamily="34" charset="0"/>
              <a:buChar char="•"/>
              <a:defRPr sz="2000" b="0">
                <a:solidFill>
                  <a:schemeClr val="tx2"/>
                </a:solidFill>
              </a:defRPr>
            </a:lvl5pPr>
          </a:lstStyle>
          <a:p>
            <a:pPr lvl="0"/>
            <a:r>
              <a:rPr lang="en-US" dirty="0"/>
              <a:t>Topic One</a:t>
            </a:r>
          </a:p>
          <a:p>
            <a:pPr lvl="0"/>
            <a:r>
              <a:rPr lang="en-US" dirty="0"/>
              <a:t>Topic Two</a:t>
            </a:r>
          </a:p>
          <a:p>
            <a:pPr lvl="0"/>
            <a:r>
              <a:rPr lang="en-US" dirty="0"/>
              <a:t>Topic Three</a:t>
            </a:r>
          </a:p>
          <a:p>
            <a:pPr lvl="0"/>
            <a:r>
              <a:rPr lang="en-US" dirty="0"/>
              <a:t>Topic Four</a:t>
            </a:r>
          </a:p>
          <a:p>
            <a:pPr lvl="0"/>
            <a:r>
              <a:rPr lang="en-US" dirty="0"/>
              <a:t>Topic Five</a:t>
            </a:r>
          </a:p>
        </p:txBody>
      </p:sp>
    </p:spTree>
    <p:extLst>
      <p:ext uri="{BB962C8B-B14F-4D97-AF65-F5344CB8AC3E}">
        <p14:creationId xmlns:p14="http://schemas.microsoft.com/office/powerpoint/2010/main" val="324830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hapter_Picture_1">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C20446C-EE8D-4E4C-A822-6EE273952E7F}"/>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 name="Titel 1"/>
          <p:cNvSpPr>
            <a:spLocks noGrp="1"/>
          </p:cNvSpPr>
          <p:nvPr>
            <p:ph type="title" hasCustomPrompt="1"/>
          </p:nvPr>
        </p:nvSpPr>
        <p:spPr>
          <a:xfrm>
            <a:off x="989013" y="2167996"/>
            <a:ext cx="4509262" cy="1379688"/>
          </a:xfrm>
        </p:spPr>
        <p:txBody>
          <a:bodyPr anchor="b"/>
          <a:lstStyle>
            <a:lvl1pPr>
              <a:defRPr sz="4200" baseline="0">
                <a:solidFill>
                  <a:schemeClr val="bg1"/>
                </a:solidFill>
              </a:defRPr>
            </a:lvl1pPr>
          </a:lstStyle>
          <a:p>
            <a:r>
              <a:rPr lang="en-US" dirty="0"/>
              <a:t>Chapter title,</a:t>
            </a:r>
            <a:br>
              <a:rPr lang="en-US" dirty="0"/>
            </a:br>
            <a:r>
              <a:rPr lang="en-US" dirty="0"/>
              <a:t>42pt., bold</a:t>
            </a:r>
          </a:p>
        </p:txBody>
      </p:sp>
      <p:sp>
        <p:nvSpPr>
          <p:cNvPr id="4" name="Foliennummernplatzhalter 3"/>
          <p:cNvSpPr>
            <a:spLocks noGrp="1"/>
          </p:cNvSpPr>
          <p:nvPr>
            <p:ph type="sldNum" sz="quarter" idx="11"/>
          </p:nvPr>
        </p:nvSpPr>
        <p:spPr/>
        <p:txBody>
          <a:bodyPr/>
          <a:lstStyle>
            <a:lvl1pPr>
              <a:defRPr>
                <a:solidFill>
                  <a:schemeClr val="bg1"/>
                </a:solidFill>
              </a:defRPr>
            </a:lvl1pPr>
          </a:lstStyle>
          <a:p>
            <a:fld id="{64EFF315-FA4E-4084-ACCF-A94C350B883E}" type="slidenum">
              <a:rPr lang="en-US" smtClean="0"/>
              <a:pPr/>
              <a:t>‹#›</a:t>
            </a:fld>
            <a:endParaRPr lang="en-US" dirty="0"/>
          </a:p>
        </p:txBody>
      </p:sp>
      <p:sp>
        <p:nvSpPr>
          <p:cNvPr id="7" name="Untertitel 2"/>
          <p:cNvSpPr>
            <a:spLocks noGrp="1"/>
          </p:cNvSpPr>
          <p:nvPr>
            <p:ph type="subTitle" idx="1" hasCustomPrompt="1"/>
          </p:nvPr>
        </p:nvSpPr>
        <p:spPr>
          <a:xfrm>
            <a:off x="982664" y="3879349"/>
            <a:ext cx="4515612" cy="607985"/>
          </a:xfrm>
        </p:spPr>
        <p:txBody>
          <a:bodyPr/>
          <a:lstStyle>
            <a:lvl1pPr marL="0" indent="0" algn="l">
              <a:buNone/>
              <a:defRPr sz="2000" b="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20pt</a:t>
            </a:r>
          </a:p>
        </p:txBody>
      </p:sp>
      <p:sp>
        <p:nvSpPr>
          <p:cNvPr id="8"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bg1"/>
                </a:solidFill>
              </a:defRPr>
            </a:lvl1pPr>
          </a:lstStyle>
          <a:p>
            <a:r>
              <a:rPr lang="en-US"/>
              <a:t>ORM |  © SmartCliff  |  Internal  |  Version 1.0  </a:t>
            </a:r>
            <a:endParaRPr lang="en-US" dirty="0"/>
          </a:p>
        </p:txBody>
      </p:sp>
      <p:pic>
        <p:nvPicPr>
          <p:cNvPr id="11" name="Picture 10" descr="Mountain reflected in lake">
            <a:extLst>
              <a:ext uri="{FF2B5EF4-FFF2-40B4-BE49-F238E27FC236}">
                <a16:creationId xmlns:a16="http://schemas.microsoft.com/office/drawing/2014/main" id="{6019A700-93FF-4990-9CDB-658EADDBAB6E}"/>
              </a:ext>
            </a:extLst>
          </p:cNvPr>
          <p:cNvPicPr>
            <a:picLocks noChangeAspect="1"/>
          </p:cNvPicPr>
          <p:nvPr userDrawn="1"/>
        </p:nvPicPr>
        <p:blipFill rotWithShape="1">
          <a:blip r:embed="rId2"/>
          <a:srcRect r="7470" b="-1"/>
          <a:stretch/>
        </p:blipFill>
        <p:spPr>
          <a:xfrm>
            <a:off x="2685472" y="10"/>
            <a:ext cx="9506528" cy="6857990"/>
          </a:xfrm>
          <a:custGeom>
            <a:avLst/>
            <a:gdLst/>
            <a:ahLst/>
            <a:cxnLst/>
            <a:rect l="l" t="t" r="r" b="b"/>
            <a:pathLst>
              <a:path w="9506528" h="6858000">
                <a:moveTo>
                  <a:pt x="6427633" y="0"/>
                </a:moveTo>
                <a:lnTo>
                  <a:pt x="9506528" y="0"/>
                </a:lnTo>
                <a:lnTo>
                  <a:pt x="9506528" y="1557082"/>
                </a:lnTo>
                <a:lnTo>
                  <a:pt x="4860617" y="6858000"/>
                </a:lnTo>
                <a:lnTo>
                  <a:pt x="417041" y="6858000"/>
                </a:lnTo>
                <a:close/>
                <a:moveTo>
                  <a:pt x="0" y="0"/>
                </a:moveTo>
                <a:lnTo>
                  <a:pt x="6427633" y="0"/>
                </a:lnTo>
                <a:lnTo>
                  <a:pt x="0" y="1"/>
                </a:lnTo>
                <a:close/>
              </a:path>
            </a:pathLst>
          </a:custGeom>
        </p:spPr>
      </p:pic>
    </p:spTree>
    <p:extLst>
      <p:ext uri="{BB962C8B-B14F-4D97-AF65-F5344CB8AC3E}">
        <p14:creationId xmlns:p14="http://schemas.microsoft.com/office/powerpoint/2010/main" val="2339974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hapter_PIcture_2">
    <p:bg>
      <p:bgPr>
        <a:solidFill>
          <a:schemeClr val="accent1">
            <a:lumMod val="50000"/>
          </a:schemeClr>
        </a:solidFill>
        <a:effectLst/>
      </p:bgPr>
    </p:bg>
    <p:spTree>
      <p:nvGrpSpPr>
        <p:cNvPr id="1" name=""/>
        <p:cNvGrpSpPr/>
        <p:nvPr/>
      </p:nvGrpSpPr>
      <p:grpSpPr>
        <a:xfrm>
          <a:off x="0" y="0"/>
          <a:ext cx="0" cy="0"/>
          <a:chOff x="0" y="0"/>
          <a:chExt cx="0" cy="0"/>
        </a:xfrm>
      </p:grpSpPr>
      <p:sp>
        <p:nvSpPr>
          <p:cNvPr id="9" name="Bildplatzhalter 8"/>
          <p:cNvSpPr>
            <a:spLocks noGrp="1"/>
          </p:cNvSpPr>
          <p:nvPr>
            <p:ph type="pic" sz="quarter" idx="12" hasCustomPrompt="1"/>
          </p:nvPr>
        </p:nvSpPr>
        <p:spPr>
          <a:xfrm>
            <a:off x="6492725" y="0"/>
            <a:ext cx="5699275" cy="6858000"/>
          </a:xfrm>
          <a:pattFill prst="pct5">
            <a:fgClr>
              <a:schemeClr val="accent1"/>
            </a:fgClr>
            <a:bgClr>
              <a:schemeClr val="bg1"/>
            </a:bgClr>
          </a:pattFill>
        </p:spPr>
        <p:txBody>
          <a:bodyPr anchor="ctr"/>
          <a:lstStyle>
            <a:lvl1pPr algn="ctr">
              <a:defRPr sz="3600"/>
            </a:lvl1pPr>
          </a:lstStyle>
          <a:p>
            <a:r>
              <a:rPr lang="en-US" dirty="0"/>
              <a:t>Picture</a:t>
            </a:r>
          </a:p>
        </p:txBody>
      </p:sp>
      <p:sp>
        <p:nvSpPr>
          <p:cNvPr id="2" name="Titel 1"/>
          <p:cNvSpPr>
            <a:spLocks noGrp="1"/>
          </p:cNvSpPr>
          <p:nvPr>
            <p:ph type="title" hasCustomPrompt="1"/>
          </p:nvPr>
        </p:nvSpPr>
        <p:spPr>
          <a:xfrm>
            <a:off x="989013" y="2167996"/>
            <a:ext cx="4509262" cy="1379688"/>
          </a:xfrm>
        </p:spPr>
        <p:txBody>
          <a:bodyPr anchor="b"/>
          <a:lstStyle>
            <a:lvl1pPr>
              <a:defRPr sz="4200" baseline="0">
                <a:solidFill>
                  <a:schemeClr val="bg1"/>
                </a:solidFill>
              </a:defRPr>
            </a:lvl1pPr>
          </a:lstStyle>
          <a:p>
            <a:r>
              <a:rPr lang="en-US" dirty="0"/>
              <a:t>Chapter title,</a:t>
            </a:r>
            <a:br>
              <a:rPr lang="en-US" dirty="0"/>
            </a:br>
            <a:r>
              <a:rPr lang="en-US" dirty="0"/>
              <a:t>42pt., bold</a:t>
            </a:r>
          </a:p>
        </p:txBody>
      </p:sp>
      <p:sp>
        <p:nvSpPr>
          <p:cNvPr id="4" name="Foliennummernplatzhalter 3"/>
          <p:cNvSpPr>
            <a:spLocks noGrp="1"/>
          </p:cNvSpPr>
          <p:nvPr>
            <p:ph type="sldNum" sz="quarter" idx="11"/>
          </p:nvPr>
        </p:nvSpPr>
        <p:spPr/>
        <p:txBody>
          <a:bodyPr/>
          <a:lstStyle>
            <a:lvl1pPr>
              <a:defRPr>
                <a:solidFill>
                  <a:schemeClr val="bg1"/>
                </a:solidFill>
              </a:defRPr>
            </a:lvl1pPr>
          </a:lstStyle>
          <a:p>
            <a:fld id="{64EFF315-FA4E-4084-ACCF-A94C350B883E}" type="slidenum">
              <a:rPr lang="en-US" smtClean="0"/>
              <a:pPr/>
              <a:t>‹#›</a:t>
            </a:fld>
            <a:endParaRPr lang="en-US" dirty="0"/>
          </a:p>
        </p:txBody>
      </p:sp>
      <p:sp>
        <p:nvSpPr>
          <p:cNvPr id="7" name="Untertitel 2"/>
          <p:cNvSpPr>
            <a:spLocks noGrp="1"/>
          </p:cNvSpPr>
          <p:nvPr>
            <p:ph type="subTitle" idx="1" hasCustomPrompt="1"/>
          </p:nvPr>
        </p:nvSpPr>
        <p:spPr>
          <a:xfrm>
            <a:off x="982664" y="3879349"/>
            <a:ext cx="4515612" cy="607985"/>
          </a:xfrm>
        </p:spPr>
        <p:txBody>
          <a:bodyPr/>
          <a:lstStyle>
            <a:lvl1pPr marL="0" indent="0" algn="l">
              <a:buNone/>
              <a:defRPr sz="2000" b="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20pt</a:t>
            </a:r>
          </a:p>
        </p:txBody>
      </p:sp>
      <p:sp>
        <p:nvSpPr>
          <p:cNvPr id="8"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bg1"/>
                </a:solidFill>
              </a:defRPr>
            </a:lvl1pPr>
          </a:lstStyle>
          <a:p>
            <a:r>
              <a:rPr lang="en-US"/>
              <a:t>ORM |  © SmartCliff  |  Internal  |  Version 1.0  </a:t>
            </a:r>
            <a:endParaRPr lang="en-US" dirty="0"/>
          </a:p>
        </p:txBody>
      </p:sp>
      <p:pic>
        <p:nvPicPr>
          <p:cNvPr id="10" name="Grafik 9">
            <a:extLst>
              <a:ext uri="{FF2B5EF4-FFF2-40B4-BE49-F238E27FC236}">
                <a16:creationId xmlns:a16="http://schemas.microsoft.com/office/drawing/2014/main" id="{46FB3992-54EF-4F1C-815D-B616C86E3DE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10334204" y="6150537"/>
            <a:ext cx="1706923" cy="562351"/>
          </a:xfrm>
          <a:prstGeom prst="rect">
            <a:avLst/>
          </a:prstGeom>
        </p:spPr>
      </p:pic>
    </p:spTree>
    <p:extLst>
      <p:ext uri="{BB962C8B-B14F-4D97-AF65-F5344CB8AC3E}">
        <p14:creationId xmlns:p14="http://schemas.microsoft.com/office/powerpoint/2010/main" val="3089214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1_text_box">
    <p:spTree>
      <p:nvGrpSpPr>
        <p:cNvPr id="1" name=""/>
        <p:cNvGrpSpPr/>
        <p:nvPr/>
      </p:nvGrpSpPr>
      <p:grpSpPr>
        <a:xfrm>
          <a:off x="0" y="0"/>
          <a:ext cx="0" cy="0"/>
          <a:chOff x="0" y="0"/>
          <a:chExt cx="0" cy="0"/>
        </a:xfrm>
      </p:grpSpPr>
      <p:sp>
        <p:nvSpPr>
          <p:cNvPr id="6" name="Textplatzhalter 5"/>
          <p:cNvSpPr>
            <a:spLocks noGrp="1"/>
          </p:cNvSpPr>
          <p:nvPr>
            <p:ph type="body" sz="quarter" idx="12" hasCustomPrompt="1"/>
          </p:nvPr>
        </p:nvSpPr>
        <p:spPr>
          <a:xfrm>
            <a:off x="982661" y="1449389"/>
            <a:ext cx="10922001" cy="4572000"/>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8" name="Textplatzhalter 4"/>
          <p:cNvSpPr>
            <a:spLocks noGrp="1"/>
          </p:cNvSpPr>
          <p:nvPr>
            <p:ph type="body" sz="quarter" idx="14" hasCustomPrompt="1"/>
          </p:nvPr>
        </p:nvSpPr>
        <p:spPr>
          <a:xfrm>
            <a:off x="982663" y="296545"/>
            <a:ext cx="10922000" cy="371475"/>
          </a:xfrm>
        </p:spPr>
        <p:txBody>
          <a:bodyPr/>
          <a:lstStyle>
            <a:lvl1pPr>
              <a:defRPr>
                <a:solidFill>
                  <a:schemeClr val="tx1"/>
                </a:solidFill>
              </a:defRPr>
            </a:lvl1pPr>
          </a:lstStyle>
          <a:p>
            <a:pPr lvl="0"/>
            <a:r>
              <a:rPr lang="en-US" dirty="0"/>
              <a:t>Chapter title</a:t>
            </a:r>
          </a:p>
        </p:txBody>
      </p:sp>
      <p:sp>
        <p:nvSpPr>
          <p:cNvPr id="9" name="Titelplatzhalter 1">
            <a:extLst>
              <a:ext uri="{FF2B5EF4-FFF2-40B4-BE49-F238E27FC236}">
                <a16:creationId xmlns:a16="http://schemas.microsoft.com/office/drawing/2014/main" id="{010269EA-AB3B-443A-BBC6-3D9660560AA5}"/>
              </a:ext>
            </a:extLst>
          </p:cNvPr>
          <p:cNvSpPr>
            <a:spLocks noGrp="1"/>
          </p:cNvSpPr>
          <p:nvPr>
            <p:ph type="title"/>
          </p:nvPr>
        </p:nvSpPr>
        <p:spPr>
          <a:xfrm>
            <a:off x="989013" y="645896"/>
            <a:ext cx="10922400" cy="381484"/>
          </a:xfrm>
          <a:prstGeom prst="rect">
            <a:avLst/>
          </a:prstGeom>
        </p:spPr>
        <p:txBody>
          <a:bodyPr vert="horz" lIns="0" tIns="0" rIns="0" bIns="0" rtlCol="0" anchor="t">
            <a:noAutofit/>
          </a:bodyPr>
          <a:lstStyle>
            <a:lvl1pPr>
              <a:defRPr sz="2400"/>
            </a:lvl1pPr>
          </a:lstStyle>
          <a:p>
            <a:r>
              <a:rPr lang="en-US"/>
              <a:t>Click to edit Master title style</a:t>
            </a:r>
            <a:endParaRPr lang="en-US" dirty="0"/>
          </a:p>
        </p:txBody>
      </p:sp>
      <p:sp>
        <p:nvSpPr>
          <p:cNvPr id="10" name="Foliennummernplatzhalter 3">
            <a:extLst>
              <a:ext uri="{FF2B5EF4-FFF2-40B4-BE49-F238E27FC236}">
                <a16:creationId xmlns:a16="http://schemas.microsoft.com/office/drawing/2014/main" id="{C3EE4FB3-3329-4D10-8038-24CBCB4E7406}"/>
              </a:ext>
            </a:extLst>
          </p:cNvPr>
          <p:cNvSpPr>
            <a:spLocks noGrp="1"/>
          </p:cNvSpPr>
          <p:nvPr>
            <p:ph type="sldNum" sz="quarter" idx="11"/>
          </p:nvPr>
        </p:nvSpPr>
        <p:spPr>
          <a:xfrm>
            <a:off x="388619" y="6291264"/>
            <a:ext cx="594043" cy="280898"/>
          </a:xfrm>
        </p:spPr>
        <p:txBody>
          <a:bodyPr/>
          <a:lstStyle>
            <a:lvl1pPr>
              <a:defRPr>
                <a:solidFill>
                  <a:schemeClr val="tx1"/>
                </a:solidFill>
              </a:defRPr>
            </a:lvl1pPr>
          </a:lstStyle>
          <a:p>
            <a:fld id="{64EFF315-FA4E-4084-ACCF-A94C350B883E}" type="slidenum">
              <a:rPr lang="en-US" smtClean="0"/>
              <a:pPr/>
              <a:t>‹#›</a:t>
            </a:fld>
            <a:endParaRPr lang="en-US" dirty="0"/>
          </a:p>
        </p:txBody>
      </p:sp>
      <p:sp>
        <p:nvSpPr>
          <p:cNvPr id="11" name="Fußzeilenplatzhalter 4">
            <a:extLst>
              <a:ext uri="{FF2B5EF4-FFF2-40B4-BE49-F238E27FC236}">
                <a16:creationId xmlns:a16="http://schemas.microsoft.com/office/drawing/2014/main" id="{E025119C-5CEB-49C9-AC3A-DDECC2B0CC59}"/>
              </a:ext>
            </a:extLst>
          </p:cNvPr>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Tree>
    <p:extLst>
      <p:ext uri="{BB962C8B-B14F-4D97-AF65-F5344CB8AC3E}">
        <p14:creationId xmlns:p14="http://schemas.microsoft.com/office/powerpoint/2010/main" val="1342222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2_text_boxes">
    <p:spTree>
      <p:nvGrpSpPr>
        <p:cNvPr id="1" name=""/>
        <p:cNvGrpSpPr/>
        <p:nvPr/>
      </p:nvGrpSpPr>
      <p:grpSpPr>
        <a:xfrm>
          <a:off x="0" y="0"/>
          <a:ext cx="0" cy="0"/>
          <a:chOff x="0" y="0"/>
          <a:chExt cx="0" cy="0"/>
        </a:xfrm>
      </p:grpSpPr>
      <p:sp>
        <p:nvSpPr>
          <p:cNvPr id="4" name="Foliennummernplatzhalter 3"/>
          <p:cNvSpPr>
            <a:spLocks noGrp="1"/>
          </p:cNvSpPr>
          <p:nvPr>
            <p:ph type="sldNum" sz="quarter" idx="11"/>
          </p:nvPr>
        </p:nvSpPr>
        <p:spPr/>
        <p:txBody>
          <a:bodyPr/>
          <a:lstStyle/>
          <a:p>
            <a:fld id="{64EFF315-FA4E-4084-ACCF-A94C350B883E}" type="slidenum">
              <a:rPr lang="en-US" smtClean="0"/>
              <a:pPr/>
              <a:t>‹#›</a:t>
            </a:fld>
            <a:endParaRPr lang="en-US" dirty="0"/>
          </a:p>
        </p:txBody>
      </p:sp>
      <p:sp>
        <p:nvSpPr>
          <p:cNvPr id="6" name="Textplatzhalter 5"/>
          <p:cNvSpPr>
            <a:spLocks noGrp="1"/>
          </p:cNvSpPr>
          <p:nvPr>
            <p:ph type="body" sz="quarter" idx="12" hasCustomPrompt="1"/>
          </p:nvPr>
        </p:nvSpPr>
        <p:spPr>
          <a:xfrm>
            <a:off x="982662" y="1449389"/>
            <a:ext cx="5317200" cy="4572000"/>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7" name="Textplatzhalter 5"/>
          <p:cNvSpPr>
            <a:spLocks noGrp="1"/>
          </p:cNvSpPr>
          <p:nvPr>
            <p:ph type="body" sz="quarter" idx="13" hasCustomPrompt="1"/>
          </p:nvPr>
        </p:nvSpPr>
        <p:spPr>
          <a:xfrm>
            <a:off x="6587463" y="1449389"/>
            <a:ext cx="5317200" cy="4572000"/>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8" name="Textplatzhalter 4"/>
          <p:cNvSpPr>
            <a:spLocks noGrp="1"/>
          </p:cNvSpPr>
          <p:nvPr>
            <p:ph type="body" sz="quarter" idx="14" hasCustomPrompt="1"/>
          </p:nvPr>
        </p:nvSpPr>
        <p:spPr>
          <a:xfrm>
            <a:off x="982663" y="296545"/>
            <a:ext cx="10922000" cy="371475"/>
          </a:xfrm>
        </p:spPr>
        <p:txBody>
          <a:bodyPr/>
          <a:lstStyle>
            <a:lvl1pPr>
              <a:defRPr>
                <a:solidFill>
                  <a:schemeClr val="tx1"/>
                </a:solidFill>
              </a:defRPr>
            </a:lvl1pPr>
          </a:lstStyle>
          <a:p>
            <a:pPr lvl="0"/>
            <a:r>
              <a:rPr lang="en-US" dirty="0"/>
              <a:t>Chapter title</a:t>
            </a:r>
          </a:p>
        </p:txBody>
      </p:sp>
      <p:sp>
        <p:nvSpPr>
          <p:cNvPr id="9"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
        <p:nvSpPr>
          <p:cNvPr id="10" name="Titelplatzhalter 1">
            <a:extLst>
              <a:ext uri="{FF2B5EF4-FFF2-40B4-BE49-F238E27FC236}">
                <a16:creationId xmlns:a16="http://schemas.microsoft.com/office/drawing/2014/main" id="{B566814A-4E8F-4353-A38A-5DE43CCF9FF7}"/>
              </a:ext>
            </a:extLst>
          </p:cNvPr>
          <p:cNvSpPr>
            <a:spLocks noGrp="1"/>
          </p:cNvSpPr>
          <p:nvPr>
            <p:ph type="title"/>
          </p:nvPr>
        </p:nvSpPr>
        <p:spPr>
          <a:xfrm>
            <a:off x="989013" y="645896"/>
            <a:ext cx="10922400" cy="381484"/>
          </a:xfrm>
          <a:prstGeom prst="rect">
            <a:avLst/>
          </a:prstGeom>
        </p:spPr>
        <p:txBody>
          <a:bodyPr vert="horz" lIns="0" tIns="0" rIns="0" bIns="0" rtlCol="0" anchor="t">
            <a:noAutofit/>
          </a:bodyPr>
          <a:lstStyle>
            <a:lvl1pPr>
              <a:defRPr sz="2400"/>
            </a:lvl1pPr>
          </a:lstStyle>
          <a:p>
            <a:r>
              <a:rPr lang="en-US"/>
              <a:t>Click to edit Master title style</a:t>
            </a:r>
            <a:endParaRPr lang="en-US" dirty="0"/>
          </a:p>
        </p:txBody>
      </p:sp>
    </p:spTree>
    <p:extLst>
      <p:ext uri="{BB962C8B-B14F-4D97-AF65-F5344CB8AC3E}">
        <p14:creationId xmlns:p14="http://schemas.microsoft.com/office/powerpoint/2010/main" val="3404248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3_text_boxes_and_pictures">
    <p:spTree>
      <p:nvGrpSpPr>
        <p:cNvPr id="1" name=""/>
        <p:cNvGrpSpPr/>
        <p:nvPr/>
      </p:nvGrpSpPr>
      <p:grpSpPr>
        <a:xfrm>
          <a:off x="0" y="0"/>
          <a:ext cx="0" cy="0"/>
          <a:chOff x="0" y="0"/>
          <a:chExt cx="0" cy="0"/>
        </a:xfrm>
      </p:grpSpPr>
      <p:sp>
        <p:nvSpPr>
          <p:cNvPr id="4" name="Foliennummernplatzhalter 3"/>
          <p:cNvSpPr>
            <a:spLocks noGrp="1"/>
          </p:cNvSpPr>
          <p:nvPr>
            <p:ph type="sldNum" sz="quarter" idx="11"/>
          </p:nvPr>
        </p:nvSpPr>
        <p:spPr/>
        <p:txBody>
          <a:bodyPr/>
          <a:lstStyle/>
          <a:p>
            <a:fld id="{64EFF315-FA4E-4084-ACCF-A94C350B883E}" type="slidenum">
              <a:rPr lang="en-US" smtClean="0"/>
              <a:pPr/>
              <a:t>‹#›</a:t>
            </a:fld>
            <a:endParaRPr lang="en-US" dirty="0"/>
          </a:p>
        </p:txBody>
      </p:sp>
      <p:sp>
        <p:nvSpPr>
          <p:cNvPr id="8" name="Textplatzhalter 4"/>
          <p:cNvSpPr>
            <a:spLocks noGrp="1"/>
          </p:cNvSpPr>
          <p:nvPr>
            <p:ph type="body" sz="quarter" idx="14" hasCustomPrompt="1"/>
          </p:nvPr>
        </p:nvSpPr>
        <p:spPr>
          <a:xfrm>
            <a:off x="982663" y="296545"/>
            <a:ext cx="10922000" cy="371475"/>
          </a:xfrm>
        </p:spPr>
        <p:txBody>
          <a:bodyPr/>
          <a:lstStyle>
            <a:lvl1pPr>
              <a:defRPr>
                <a:solidFill>
                  <a:schemeClr val="tx1"/>
                </a:solidFill>
              </a:defRPr>
            </a:lvl1pPr>
          </a:lstStyle>
          <a:p>
            <a:pPr lvl="0"/>
            <a:r>
              <a:rPr lang="en-US" dirty="0"/>
              <a:t>Chapter title</a:t>
            </a:r>
          </a:p>
        </p:txBody>
      </p:sp>
      <p:sp>
        <p:nvSpPr>
          <p:cNvPr id="12" name="Bildplatzhalter 11"/>
          <p:cNvSpPr>
            <a:spLocks noGrp="1"/>
          </p:cNvSpPr>
          <p:nvPr>
            <p:ph type="pic" sz="quarter" idx="17" hasCustomPrompt="1"/>
          </p:nvPr>
        </p:nvSpPr>
        <p:spPr>
          <a:xfrm>
            <a:off x="982662" y="1449388"/>
            <a:ext cx="3448800" cy="2324733"/>
          </a:xfrm>
          <a:pattFill prst="pct5">
            <a:fgClr>
              <a:schemeClr val="accent1"/>
            </a:fgClr>
            <a:bgClr>
              <a:schemeClr val="bg1"/>
            </a:bgClr>
          </a:pattFill>
        </p:spPr>
        <p:txBody>
          <a:bodyPr anchor="ctr"/>
          <a:lstStyle>
            <a:lvl1pPr algn="ctr">
              <a:defRPr/>
            </a:lvl1pPr>
          </a:lstStyle>
          <a:p>
            <a:r>
              <a:rPr lang="en-US" dirty="0"/>
              <a:t>Picture</a:t>
            </a:r>
          </a:p>
        </p:txBody>
      </p:sp>
      <p:sp>
        <p:nvSpPr>
          <p:cNvPr id="14" name="Bildplatzhalter 11"/>
          <p:cNvSpPr>
            <a:spLocks noGrp="1"/>
          </p:cNvSpPr>
          <p:nvPr>
            <p:ph type="pic" sz="quarter" idx="18" hasCustomPrompt="1"/>
          </p:nvPr>
        </p:nvSpPr>
        <p:spPr>
          <a:xfrm>
            <a:off x="4719462" y="1449388"/>
            <a:ext cx="3448800" cy="2324733"/>
          </a:xfrm>
          <a:pattFill prst="pct5">
            <a:fgClr>
              <a:schemeClr val="accent1"/>
            </a:fgClr>
            <a:bgClr>
              <a:schemeClr val="bg1"/>
            </a:bgClr>
          </a:pattFill>
        </p:spPr>
        <p:txBody>
          <a:bodyPr anchor="ctr"/>
          <a:lstStyle>
            <a:lvl1pPr algn="ctr">
              <a:defRPr/>
            </a:lvl1pPr>
          </a:lstStyle>
          <a:p>
            <a:r>
              <a:rPr lang="en-US" dirty="0"/>
              <a:t>Picture</a:t>
            </a:r>
          </a:p>
        </p:txBody>
      </p:sp>
      <p:sp>
        <p:nvSpPr>
          <p:cNvPr id="15" name="Bildplatzhalter 11"/>
          <p:cNvSpPr>
            <a:spLocks noGrp="1"/>
          </p:cNvSpPr>
          <p:nvPr>
            <p:ph type="pic" sz="quarter" idx="19" hasCustomPrompt="1"/>
          </p:nvPr>
        </p:nvSpPr>
        <p:spPr>
          <a:xfrm>
            <a:off x="8462612" y="1449388"/>
            <a:ext cx="3448800" cy="2324733"/>
          </a:xfrm>
          <a:pattFill prst="pct5">
            <a:fgClr>
              <a:schemeClr val="accent1"/>
            </a:fgClr>
            <a:bgClr>
              <a:schemeClr val="bg1"/>
            </a:bgClr>
          </a:pattFill>
        </p:spPr>
        <p:txBody>
          <a:bodyPr anchor="ctr"/>
          <a:lstStyle>
            <a:lvl1pPr algn="ctr">
              <a:defRPr/>
            </a:lvl1pPr>
          </a:lstStyle>
          <a:p>
            <a:r>
              <a:rPr lang="en-US" dirty="0"/>
              <a:t>Picture</a:t>
            </a:r>
          </a:p>
        </p:txBody>
      </p:sp>
      <p:sp>
        <p:nvSpPr>
          <p:cNvPr id="13"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
        <p:nvSpPr>
          <p:cNvPr id="19" name="Untertitel 2">
            <a:extLst>
              <a:ext uri="{FF2B5EF4-FFF2-40B4-BE49-F238E27FC236}">
                <a16:creationId xmlns:a16="http://schemas.microsoft.com/office/drawing/2014/main" id="{24314A69-5AB4-4634-9F90-13D8B3A0BEAD}"/>
              </a:ext>
            </a:extLst>
          </p:cNvPr>
          <p:cNvSpPr>
            <a:spLocks noGrp="1"/>
          </p:cNvSpPr>
          <p:nvPr>
            <p:ph type="subTitle" idx="1" hasCustomPrompt="1"/>
          </p:nvPr>
        </p:nvSpPr>
        <p:spPr>
          <a:xfrm>
            <a:off x="982662" y="3913821"/>
            <a:ext cx="3448800" cy="1137605"/>
          </a:xfrm>
          <a:prstGeom prst="rect">
            <a:avLst/>
          </a:prstGeom>
        </p:spPr>
        <p:txBody>
          <a:bodyPr lIns="0" tIns="0" rIns="0" bIns="0">
            <a:noAutofit/>
          </a:bodyPr>
          <a:lstStyle>
            <a:lvl1pPr marL="0" marR="0" indent="0" algn="l" defTabSz="914400" rtl="0" eaLnBrk="1" fontAlgn="auto" latinLnBrk="0" hangingPunct="1">
              <a:lnSpc>
                <a:spcPct val="95000"/>
              </a:lnSpc>
              <a:spcBef>
                <a:spcPts val="0"/>
              </a:spcBef>
              <a:spcAft>
                <a:spcPts val="0"/>
              </a:spcAft>
              <a:buClrTx/>
              <a:buSzTx/>
              <a:buFont typeface="Arial" pitchFamily="34" charset="0"/>
              <a:buNone/>
              <a:tabLst/>
              <a:defRPr lang="de-DE" sz="1100" b="0" kern="1200" noProof="0" smtClean="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dirty="0"/>
              <a:t>Flowing Text level, Verdana, 11 </a:t>
            </a:r>
            <a:r>
              <a:rPr lang="en-GB" noProof="0" dirty="0" err="1"/>
              <a:t>pt</a:t>
            </a:r>
            <a:endParaRPr lang="en-GB" noProof="0" dirty="0"/>
          </a:p>
        </p:txBody>
      </p:sp>
      <p:sp>
        <p:nvSpPr>
          <p:cNvPr id="29" name="Textplatzhalter 28">
            <a:extLst>
              <a:ext uri="{FF2B5EF4-FFF2-40B4-BE49-F238E27FC236}">
                <a16:creationId xmlns:a16="http://schemas.microsoft.com/office/drawing/2014/main" id="{3A925377-5D13-4DEC-99D1-1EAA25E32184}"/>
              </a:ext>
            </a:extLst>
          </p:cNvPr>
          <p:cNvSpPr>
            <a:spLocks noGrp="1"/>
          </p:cNvSpPr>
          <p:nvPr>
            <p:ph type="body" sz="quarter" idx="20" hasCustomPrompt="1"/>
          </p:nvPr>
        </p:nvSpPr>
        <p:spPr>
          <a:xfrm>
            <a:off x="4719462" y="3913189"/>
            <a:ext cx="3448226" cy="1138238"/>
          </a:xfrm>
        </p:spPr>
        <p:txBody>
          <a:bodyPr/>
          <a:lstStyle>
            <a:lvl1pPr>
              <a:defRPr sz="1100" b="0">
                <a:solidFill>
                  <a:schemeClr val="tx2"/>
                </a:solidFill>
              </a:defRPr>
            </a:lvl1pPr>
          </a:lstStyle>
          <a:p>
            <a:pPr lvl="0"/>
            <a:r>
              <a:rPr lang="en-GB" noProof="0" dirty="0"/>
              <a:t>Flowing Text level, Verdana, 11 </a:t>
            </a:r>
            <a:r>
              <a:rPr lang="en-GB" noProof="0" dirty="0" err="1"/>
              <a:t>pt</a:t>
            </a:r>
            <a:endParaRPr lang="en-GB" noProof="0" dirty="0"/>
          </a:p>
        </p:txBody>
      </p:sp>
      <p:sp>
        <p:nvSpPr>
          <p:cNvPr id="31" name="Textplatzhalter 30">
            <a:extLst>
              <a:ext uri="{FF2B5EF4-FFF2-40B4-BE49-F238E27FC236}">
                <a16:creationId xmlns:a16="http://schemas.microsoft.com/office/drawing/2014/main" id="{B2C22B51-9BCC-4306-98B7-D4011A0F69BD}"/>
              </a:ext>
            </a:extLst>
          </p:cNvPr>
          <p:cNvSpPr>
            <a:spLocks noGrp="1"/>
          </p:cNvSpPr>
          <p:nvPr>
            <p:ph type="body" sz="quarter" idx="21" hasCustomPrompt="1"/>
          </p:nvPr>
        </p:nvSpPr>
        <p:spPr>
          <a:xfrm>
            <a:off x="8462612" y="3913189"/>
            <a:ext cx="3442051" cy="1138238"/>
          </a:xfrm>
        </p:spPr>
        <p:txBody>
          <a:bodyPr/>
          <a:lstStyle>
            <a:lvl1pPr>
              <a:defRPr sz="1100" b="0">
                <a:solidFill>
                  <a:schemeClr val="tx2"/>
                </a:solidFill>
              </a:defRPr>
            </a:lvl1pPr>
          </a:lstStyle>
          <a:p>
            <a:pPr lvl="0"/>
            <a:r>
              <a:rPr lang="en-GB" noProof="0" dirty="0"/>
              <a:t>Flowing Text level, Verdana, 11 </a:t>
            </a:r>
            <a:r>
              <a:rPr lang="en-GB" noProof="0" dirty="0" err="1"/>
              <a:t>pt</a:t>
            </a:r>
            <a:endParaRPr lang="en-GB" noProof="0" dirty="0"/>
          </a:p>
        </p:txBody>
      </p:sp>
      <p:sp>
        <p:nvSpPr>
          <p:cNvPr id="16" name="Titelplatzhalter 1">
            <a:extLst>
              <a:ext uri="{FF2B5EF4-FFF2-40B4-BE49-F238E27FC236}">
                <a16:creationId xmlns:a16="http://schemas.microsoft.com/office/drawing/2014/main" id="{5F7203BF-1C0F-4BBC-ACB8-1F5A4BA2981E}"/>
              </a:ext>
            </a:extLst>
          </p:cNvPr>
          <p:cNvSpPr>
            <a:spLocks noGrp="1"/>
          </p:cNvSpPr>
          <p:nvPr>
            <p:ph type="title"/>
          </p:nvPr>
        </p:nvSpPr>
        <p:spPr>
          <a:xfrm>
            <a:off x="989013" y="645896"/>
            <a:ext cx="10922400" cy="381484"/>
          </a:xfrm>
          <a:prstGeom prst="rect">
            <a:avLst/>
          </a:prstGeom>
        </p:spPr>
        <p:txBody>
          <a:bodyPr vert="horz" lIns="0" tIns="0" rIns="0" bIns="0" rtlCol="0" anchor="t">
            <a:noAutofit/>
          </a:bodyPr>
          <a:lstStyle>
            <a:lvl1pPr>
              <a:defRPr sz="2400"/>
            </a:lvl1pPr>
          </a:lstStyle>
          <a:p>
            <a:r>
              <a:rPr lang="en-US"/>
              <a:t>Click to edit Master title style</a:t>
            </a:r>
            <a:endParaRPr lang="en-US" dirty="0"/>
          </a:p>
        </p:txBody>
      </p:sp>
    </p:spTree>
    <p:extLst>
      <p:ext uri="{BB962C8B-B14F-4D97-AF65-F5344CB8AC3E}">
        <p14:creationId xmlns:p14="http://schemas.microsoft.com/office/powerpoint/2010/main" val="3581794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table_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410C3-6450-40E4-89F2-150E281E7BA8}"/>
              </a:ext>
            </a:extLst>
          </p:cNvPr>
          <p:cNvSpPr>
            <a:spLocks noGrp="1"/>
          </p:cNvSpPr>
          <p:nvPr>
            <p:ph type="title"/>
          </p:nvPr>
        </p:nvSpPr>
        <p:spPr>
          <a:xfrm>
            <a:off x="989013" y="645896"/>
            <a:ext cx="10915650" cy="381484"/>
          </a:xfrm>
        </p:spPr>
        <p:txBody>
          <a:bodyPr/>
          <a:lstStyle>
            <a:lvl1pPr>
              <a:defRPr sz="2400"/>
            </a:lvl1pPr>
          </a:lstStyle>
          <a:p>
            <a:r>
              <a:rPr lang="en-US"/>
              <a:t>Click to edit Master title style</a:t>
            </a:r>
            <a:endParaRPr lang="de-DE" dirty="0"/>
          </a:p>
        </p:txBody>
      </p:sp>
      <p:sp>
        <p:nvSpPr>
          <p:cNvPr id="3" name="Footer Placeholder 2">
            <a:extLst>
              <a:ext uri="{FF2B5EF4-FFF2-40B4-BE49-F238E27FC236}">
                <a16:creationId xmlns:a16="http://schemas.microsoft.com/office/drawing/2014/main" id="{F9ED7958-340B-45BF-8F42-4D74A692624C}"/>
              </a:ext>
            </a:extLst>
          </p:cNvPr>
          <p:cNvSpPr>
            <a:spLocks noGrp="1"/>
          </p:cNvSpPr>
          <p:nvPr>
            <p:ph type="ftr" sz="quarter" idx="10"/>
          </p:nvPr>
        </p:nvSpPr>
        <p:spPr/>
        <p:txBody>
          <a:bodyPr/>
          <a:lstStyle/>
          <a:p>
            <a:r>
              <a:rPr lang="en-US"/>
              <a:t>ORM |  © SmartCliff  |  Internal  |  Version 1.0  </a:t>
            </a:r>
            <a:endParaRPr lang="en-US" dirty="0"/>
          </a:p>
        </p:txBody>
      </p:sp>
      <p:sp>
        <p:nvSpPr>
          <p:cNvPr id="4" name="Slide Number Placeholder 3">
            <a:extLst>
              <a:ext uri="{FF2B5EF4-FFF2-40B4-BE49-F238E27FC236}">
                <a16:creationId xmlns:a16="http://schemas.microsoft.com/office/drawing/2014/main" id="{F44D2834-41A4-4D66-96D8-D4E923C9DD38}"/>
              </a:ext>
            </a:extLst>
          </p:cNvPr>
          <p:cNvSpPr>
            <a:spLocks noGrp="1"/>
          </p:cNvSpPr>
          <p:nvPr>
            <p:ph type="sldNum" sz="quarter" idx="11"/>
          </p:nvPr>
        </p:nvSpPr>
        <p:spPr/>
        <p:txBody>
          <a:bodyPr/>
          <a:lstStyle/>
          <a:p>
            <a:fld id="{64EFF315-FA4E-4084-ACCF-A94C350B883E}" type="slidenum">
              <a:rPr lang="en-US" smtClean="0"/>
              <a:pPr/>
              <a:t>‹#›</a:t>
            </a:fld>
            <a:endParaRPr lang="en-US" dirty="0"/>
          </a:p>
        </p:txBody>
      </p:sp>
      <p:sp>
        <p:nvSpPr>
          <p:cNvPr id="5" name="Textplatzhalter 4">
            <a:extLst>
              <a:ext uri="{FF2B5EF4-FFF2-40B4-BE49-F238E27FC236}">
                <a16:creationId xmlns:a16="http://schemas.microsoft.com/office/drawing/2014/main" id="{4F5CD764-8B09-4FA3-8416-ABA24B703DF7}"/>
              </a:ext>
            </a:extLst>
          </p:cNvPr>
          <p:cNvSpPr>
            <a:spLocks noGrp="1"/>
          </p:cNvSpPr>
          <p:nvPr>
            <p:ph type="body" sz="quarter" idx="14" hasCustomPrompt="1"/>
          </p:nvPr>
        </p:nvSpPr>
        <p:spPr>
          <a:xfrm>
            <a:off x="982663" y="296545"/>
            <a:ext cx="10922000" cy="371475"/>
          </a:xfrm>
        </p:spPr>
        <p:txBody>
          <a:bodyPr/>
          <a:lstStyle>
            <a:lvl1pPr>
              <a:defRPr>
                <a:solidFill>
                  <a:schemeClr val="tx1"/>
                </a:solidFill>
              </a:defRPr>
            </a:lvl1pPr>
          </a:lstStyle>
          <a:p>
            <a:pPr lvl="0"/>
            <a:r>
              <a:rPr lang="en-US" dirty="0"/>
              <a:t>Chapter title</a:t>
            </a:r>
          </a:p>
        </p:txBody>
      </p:sp>
      <p:sp>
        <p:nvSpPr>
          <p:cNvPr id="7" name="Table Placeholder 6">
            <a:extLst>
              <a:ext uri="{FF2B5EF4-FFF2-40B4-BE49-F238E27FC236}">
                <a16:creationId xmlns:a16="http://schemas.microsoft.com/office/drawing/2014/main" id="{0BE761BF-FFA9-468C-925A-7C826D80DF28}"/>
              </a:ext>
            </a:extLst>
          </p:cNvPr>
          <p:cNvSpPr>
            <a:spLocks noGrp="1"/>
          </p:cNvSpPr>
          <p:nvPr>
            <p:ph type="tbl" sz="quarter" idx="15"/>
          </p:nvPr>
        </p:nvSpPr>
        <p:spPr>
          <a:xfrm>
            <a:off x="982663" y="1449388"/>
            <a:ext cx="10922000" cy="4572000"/>
          </a:xfrm>
        </p:spPr>
        <p:txBody>
          <a:bodyPr/>
          <a:lstStyle/>
          <a:p>
            <a:r>
              <a:rPr lang="en-US"/>
              <a:t>Click icon to add table</a:t>
            </a:r>
            <a:endParaRPr lang="de-DE"/>
          </a:p>
        </p:txBody>
      </p:sp>
    </p:spTree>
    <p:extLst>
      <p:ext uri="{BB962C8B-B14F-4D97-AF65-F5344CB8AC3E}">
        <p14:creationId xmlns:p14="http://schemas.microsoft.com/office/powerpoint/2010/main" val="4842885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_Only_Headline_White">
    <p:spTree>
      <p:nvGrpSpPr>
        <p:cNvPr id="1" name=""/>
        <p:cNvGrpSpPr/>
        <p:nvPr/>
      </p:nvGrpSpPr>
      <p:grpSpPr>
        <a:xfrm>
          <a:off x="0" y="0"/>
          <a:ext cx="0" cy="0"/>
          <a:chOff x="0" y="0"/>
          <a:chExt cx="0" cy="0"/>
        </a:xfrm>
      </p:grpSpPr>
      <p:sp>
        <p:nvSpPr>
          <p:cNvPr id="4" name="Foliennummernplatzhalter 3"/>
          <p:cNvSpPr>
            <a:spLocks noGrp="1"/>
          </p:cNvSpPr>
          <p:nvPr>
            <p:ph type="sldNum" sz="quarter" idx="11"/>
          </p:nvPr>
        </p:nvSpPr>
        <p:spPr/>
        <p:txBody>
          <a:bodyPr/>
          <a:lstStyle/>
          <a:p>
            <a:fld id="{64EFF315-FA4E-4084-ACCF-A94C350B883E}" type="slidenum">
              <a:rPr lang="en-US" smtClean="0"/>
              <a:pPr/>
              <a:t>‹#›</a:t>
            </a:fld>
            <a:endParaRPr lang="en-US" dirty="0"/>
          </a:p>
        </p:txBody>
      </p:sp>
      <p:sp>
        <p:nvSpPr>
          <p:cNvPr id="8" name="Textplatzhalter 4"/>
          <p:cNvSpPr>
            <a:spLocks noGrp="1"/>
          </p:cNvSpPr>
          <p:nvPr>
            <p:ph type="body" sz="quarter" idx="14" hasCustomPrompt="1"/>
          </p:nvPr>
        </p:nvSpPr>
        <p:spPr>
          <a:xfrm>
            <a:off x="982663" y="296545"/>
            <a:ext cx="10922000" cy="371475"/>
          </a:xfrm>
        </p:spPr>
        <p:txBody>
          <a:bodyPr/>
          <a:lstStyle>
            <a:lvl1pPr>
              <a:defRPr>
                <a:solidFill>
                  <a:schemeClr val="tx1"/>
                </a:solidFill>
              </a:defRPr>
            </a:lvl1pPr>
          </a:lstStyle>
          <a:p>
            <a:pPr lvl="0"/>
            <a:r>
              <a:rPr lang="en-US" dirty="0"/>
              <a:t>Chapter title</a:t>
            </a:r>
          </a:p>
        </p:txBody>
      </p:sp>
      <p:sp>
        <p:nvSpPr>
          <p:cNvPr id="6"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
        <p:nvSpPr>
          <p:cNvPr id="9" name="Titelplatzhalter 1">
            <a:extLst>
              <a:ext uri="{FF2B5EF4-FFF2-40B4-BE49-F238E27FC236}">
                <a16:creationId xmlns:a16="http://schemas.microsoft.com/office/drawing/2014/main" id="{21E8B4DA-85BA-4264-B448-2E1258C05F43}"/>
              </a:ext>
            </a:extLst>
          </p:cNvPr>
          <p:cNvSpPr>
            <a:spLocks noGrp="1"/>
          </p:cNvSpPr>
          <p:nvPr>
            <p:ph type="title"/>
          </p:nvPr>
        </p:nvSpPr>
        <p:spPr>
          <a:xfrm>
            <a:off x="989013" y="645896"/>
            <a:ext cx="10922400" cy="381484"/>
          </a:xfrm>
          <a:prstGeom prst="rect">
            <a:avLst/>
          </a:prstGeom>
        </p:spPr>
        <p:txBody>
          <a:bodyPr vert="horz" lIns="0" tIns="0" rIns="0" bIns="0" rtlCol="0" anchor="t">
            <a:noAutofit/>
          </a:bodyPr>
          <a:lstStyle>
            <a:lvl1pPr>
              <a:defRPr sz="2400"/>
            </a:lvl1pPr>
          </a:lstStyle>
          <a:p>
            <a:r>
              <a:rPr lang="en-US"/>
              <a:t>Click to edit Master title style</a:t>
            </a:r>
            <a:endParaRPr lang="en-US" dirty="0"/>
          </a:p>
        </p:txBody>
      </p:sp>
    </p:spTree>
    <p:extLst>
      <p:ext uri="{BB962C8B-B14F-4D97-AF65-F5344CB8AC3E}">
        <p14:creationId xmlns:p14="http://schemas.microsoft.com/office/powerpoint/2010/main" val="39712980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ntent_Only_Headline_White">
    <p:spTree>
      <p:nvGrpSpPr>
        <p:cNvPr id="1" name=""/>
        <p:cNvGrpSpPr/>
        <p:nvPr/>
      </p:nvGrpSpPr>
      <p:grpSpPr>
        <a:xfrm>
          <a:off x="0" y="0"/>
          <a:ext cx="0" cy="0"/>
          <a:chOff x="0" y="0"/>
          <a:chExt cx="0" cy="0"/>
        </a:xfrm>
      </p:grpSpPr>
      <p:sp>
        <p:nvSpPr>
          <p:cNvPr id="4" name="Foliennummernplatzhalter 3"/>
          <p:cNvSpPr>
            <a:spLocks noGrp="1"/>
          </p:cNvSpPr>
          <p:nvPr>
            <p:ph type="sldNum" sz="quarter" idx="11"/>
          </p:nvPr>
        </p:nvSpPr>
        <p:spPr/>
        <p:txBody>
          <a:bodyPr/>
          <a:lstStyle/>
          <a:p>
            <a:fld id="{64EFF315-FA4E-4084-ACCF-A94C350B883E}" type="slidenum">
              <a:rPr lang="en-US" smtClean="0"/>
              <a:pPr/>
              <a:t>‹#›</a:t>
            </a:fld>
            <a:endParaRPr lang="en-US" dirty="0"/>
          </a:p>
        </p:txBody>
      </p:sp>
      <p:sp>
        <p:nvSpPr>
          <p:cNvPr id="8" name="Textplatzhalter 4"/>
          <p:cNvSpPr>
            <a:spLocks noGrp="1"/>
          </p:cNvSpPr>
          <p:nvPr>
            <p:ph type="body" sz="quarter" idx="14" hasCustomPrompt="1"/>
          </p:nvPr>
        </p:nvSpPr>
        <p:spPr>
          <a:xfrm>
            <a:off x="982663" y="296545"/>
            <a:ext cx="10922000" cy="371475"/>
          </a:xfrm>
        </p:spPr>
        <p:txBody>
          <a:bodyPr/>
          <a:lstStyle>
            <a:lvl1pPr>
              <a:defRPr>
                <a:solidFill>
                  <a:schemeClr val="tx1"/>
                </a:solidFill>
              </a:defRPr>
            </a:lvl1pPr>
          </a:lstStyle>
          <a:p>
            <a:pPr lvl="0"/>
            <a:r>
              <a:rPr lang="en-US" dirty="0"/>
              <a:t>Chapter title</a:t>
            </a:r>
          </a:p>
        </p:txBody>
      </p:sp>
      <p:sp>
        <p:nvSpPr>
          <p:cNvPr id="6"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
        <p:nvSpPr>
          <p:cNvPr id="9" name="Titelplatzhalter 1">
            <a:extLst>
              <a:ext uri="{FF2B5EF4-FFF2-40B4-BE49-F238E27FC236}">
                <a16:creationId xmlns:a16="http://schemas.microsoft.com/office/drawing/2014/main" id="{21E8B4DA-85BA-4264-B448-2E1258C05F43}"/>
              </a:ext>
            </a:extLst>
          </p:cNvPr>
          <p:cNvSpPr>
            <a:spLocks noGrp="1"/>
          </p:cNvSpPr>
          <p:nvPr>
            <p:ph type="title"/>
          </p:nvPr>
        </p:nvSpPr>
        <p:spPr>
          <a:xfrm>
            <a:off x="989013" y="645896"/>
            <a:ext cx="10922400" cy="381484"/>
          </a:xfrm>
          <a:prstGeom prst="rect">
            <a:avLst/>
          </a:prstGeom>
        </p:spPr>
        <p:txBody>
          <a:bodyPr vert="horz" lIns="0" tIns="0" rIns="0" bIns="0" rtlCol="0" anchor="t">
            <a:noAutofit/>
          </a:bodyPr>
          <a:lstStyle>
            <a:lvl1pPr>
              <a:defRPr sz="2400"/>
            </a:lvl1pPr>
          </a:lstStyle>
          <a:p>
            <a:r>
              <a:rPr lang="en-US"/>
              <a:t>Click to edit Master title style</a:t>
            </a:r>
            <a:endParaRPr lang="en-US" dirty="0"/>
          </a:p>
        </p:txBody>
      </p:sp>
      <p:graphicFrame>
        <p:nvGraphicFramePr>
          <p:cNvPr id="2" name="Table 2">
            <a:extLst>
              <a:ext uri="{FF2B5EF4-FFF2-40B4-BE49-F238E27FC236}">
                <a16:creationId xmlns:a16="http://schemas.microsoft.com/office/drawing/2014/main" id="{61077E46-F0BB-4110-99FE-87E6A7154464}"/>
              </a:ext>
            </a:extLst>
          </p:cNvPr>
          <p:cNvGraphicFramePr>
            <a:graphicFrameLocks noGrp="1"/>
          </p:cNvGraphicFramePr>
          <p:nvPr userDrawn="1">
            <p:extLst>
              <p:ext uri="{D42A27DB-BD31-4B8C-83A1-F6EECF244321}">
                <p14:modId xmlns:p14="http://schemas.microsoft.com/office/powerpoint/2010/main" val="3749219614"/>
              </p:ext>
            </p:extLst>
          </p:nvPr>
        </p:nvGraphicFramePr>
        <p:xfrm>
          <a:off x="982661" y="1691216"/>
          <a:ext cx="10928752" cy="3520864"/>
        </p:xfrm>
        <a:graphic>
          <a:graphicData uri="http://schemas.openxmlformats.org/drawingml/2006/table">
            <a:tbl>
              <a:tblPr firstRow="1" bandRow="1">
                <a:tableStyleId>{6E25E649-3F16-4E02-A733-19D2CDBF48F0}</a:tableStyleId>
              </a:tblPr>
              <a:tblGrid>
                <a:gridCol w="5464376">
                  <a:extLst>
                    <a:ext uri="{9D8B030D-6E8A-4147-A177-3AD203B41FA5}">
                      <a16:colId xmlns:a16="http://schemas.microsoft.com/office/drawing/2014/main" val="1595903310"/>
                    </a:ext>
                  </a:extLst>
                </a:gridCol>
                <a:gridCol w="5464376">
                  <a:extLst>
                    <a:ext uri="{9D8B030D-6E8A-4147-A177-3AD203B41FA5}">
                      <a16:colId xmlns:a16="http://schemas.microsoft.com/office/drawing/2014/main" val="1459721838"/>
                    </a:ext>
                  </a:extLst>
                </a:gridCol>
              </a:tblGrid>
              <a:tr h="440108">
                <a:tc>
                  <a:txBody>
                    <a:bodyPr/>
                    <a:lstStyle/>
                    <a:p>
                      <a:pPr algn="ctr"/>
                      <a:r>
                        <a:rPr lang="en-US" dirty="0"/>
                        <a:t>Type 1</a:t>
                      </a:r>
                    </a:p>
                  </a:txBody>
                  <a:tcPr/>
                </a:tc>
                <a:tc>
                  <a:txBody>
                    <a:bodyPr/>
                    <a:lstStyle/>
                    <a:p>
                      <a:pPr algn="ctr"/>
                      <a:r>
                        <a:rPr lang="en-US" dirty="0"/>
                        <a:t>Type 2</a:t>
                      </a:r>
                    </a:p>
                  </a:txBody>
                  <a:tcPr/>
                </a:tc>
                <a:extLst>
                  <a:ext uri="{0D108BD9-81ED-4DB2-BD59-A6C34878D82A}">
                    <a16:rowId xmlns:a16="http://schemas.microsoft.com/office/drawing/2014/main" val="1397152225"/>
                  </a:ext>
                </a:extLst>
              </a:tr>
              <a:tr h="440108">
                <a:tc>
                  <a:txBody>
                    <a:bodyPr/>
                    <a:lstStyle/>
                    <a:p>
                      <a:endParaRPr lang="en-US"/>
                    </a:p>
                  </a:txBody>
                  <a:tcPr/>
                </a:tc>
                <a:tc>
                  <a:txBody>
                    <a:bodyPr/>
                    <a:lstStyle/>
                    <a:p>
                      <a:endParaRPr lang="en-US"/>
                    </a:p>
                  </a:txBody>
                  <a:tcPr/>
                </a:tc>
                <a:extLst>
                  <a:ext uri="{0D108BD9-81ED-4DB2-BD59-A6C34878D82A}">
                    <a16:rowId xmlns:a16="http://schemas.microsoft.com/office/drawing/2014/main" val="3657426369"/>
                  </a:ext>
                </a:extLst>
              </a:tr>
              <a:tr h="440108">
                <a:tc>
                  <a:txBody>
                    <a:bodyPr/>
                    <a:lstStyle/>
                    <a:p>
                      <a:endParaRPr lang="en-US"/>
                    </a:p>
                  </a:txBody>
                  <a:tcPr/>
                </a:tc>
                <a:tc>
                  <a:txBody>
                    <a:bodyPr/>
                    <a:lstStyle/>
                    <a:p>
                      <a:endParaRPr lang="en-US"/>
                    </a:p>
                  </a:txBody>
                  <a:tcPr/>
                </a:tc>
                <a:extLst>
                  <a:ext uri="{0D108BD9-81ED-4DB2-BD59-A6C34878D82A}">
                    <a16:rowId xmlns:a16="http://schemas.microsoft.com/office/drawing/2014/main" val="1799628386"/>
                  </a:ext>
                </a:extLst>
              </a:tr>
              <a:tr h="440108">
                <a:tc>
                  <a:txBody>
                    <a:bodyPr/>
                    <a:lstStyle/>
                    <a:p>
                      <a:endParaRPr lang="en-US"/>
                    </a:p>
                  </a:txBody>
                  <a:tcPr/>
                </a:tc>
                <a:tc>
                  <a:txBody>
                    <a:bodyPr/>
                    <a:lstStyle/>
                    <a:p>
                      <a:endParaRPr lang="en-US"/>
                    </a:p>
                  </a:txBody>
                  <a:tcPr/>
                </a:tc>
                <a:extLst>
                  <a:ext uri="{0D108BD9-81ED-4DB2-BD59-A6C34878D82A}">
                    <a16:rowId xmlns:a16="http://schemas.microsoft.com/office/drawing/2014/main" val="3186943420"/>
                  </a:ext>
                </a:extLst>
              </a:tr>
              <a:tr h="440108">
                <a:tc>
                  <a:txBody>
                    <a:bodyPr/>
                    <a:lstStyle/>
                    <a:p>
                      <a:endParaRPr lang="en-US"/>
                    </a:p>
                  </a:txBody>
                  <a:tcPr/>
                </a:tc>
                <a:tc>
                  <a:txBody>
                    <a:bodyPr/>
                    <a:lstStyle/>
                    <a:p>
                      <a:endParaRPr lang="en-US"/>
                    </a:p>
                  </a:txBody>
                  <a:tcPr/>
                </a:tc>
                <a:extLst>
                  <a:ext uri="{0D108BD9-81ED-4DB2-BD59-A6C34878D82A}">
                    <a16:rowId xmlns:a16="http://schemas.microsoft.com/office/drawing/2014/main" val="3494023143"/>
                  </a:ext>
                </a:extLst>
              </a:tr>
              <a:tr h="440108">
                <a:tc>
                  <a:txBody>
                    <a:bodyPr/>
                    <a:lstStyle/>
                    <a:p>
                      <a:endParaRPr lang="en-US"/>
                    </a:p>
                  </a:txBody>
                  <a:tcPr/>
                </a:tc>
                <a:tc>
                  <a:txBody>
                    <a:bodyPr/>
                    <a:lstStyle/>
                    <a:p>
                      <a:endParaRPr lang="en-US"/>
                    </a:p>
                  </a:txBody>
                  <a:tcPr/>
                </a:tc>
                <a:extLst>
                  <a:ext uri="{0D108BD9-81ED-4DB2-BD59-A6C34878D82A}">
                    <a16:rowId xmlns:a16="http://schemas.microsoft.com/office/drawing/2014/main" val="4022390784"/>
                  </a:ext>
                </a:extLst>
              </a:tr>
              <a:tr h="440108">
                <a:tc>
                  <a:txBody>
                    <a:bodyPr/>
                    <a:lstStyle/>
                    <a:p>
                      <a:endParaRPr lang="en-US"/>
                    </a:p>
                  </a:txBody>
                  <a:tcPr/>
                </a:tc>
                <a:tc>
                  <a:txBody>
                    <a:bodyPr/>
                    <a:lstStyle/>
                    <a:p>
                      <a:endParaRPr lang="en-US" dirty="0"/>
                    </a:p>
                  </a:txBody>
                  <a:tcPr/>
                </a:tc>
                <a:extLst>
                  <a:ext uri="{0D108BD9-81ED-4DB2-BD59-A6C34878D82A}">
                    <a16:rowId xmlns:a16="http://schemas.microsoft.com/office/drawing/2014/main" val="3063655599"/>
                  </a:ext>
                </a:extLst>
              </a:tr>
              <a:tr h="440108">
                <a:tc>
                  <a:txBody>
                    <a:bodyPr/>
                    <a:lstStyle/>
                    <a:p>
                      <a:endParaRPr lang="en-US"/>
                    </a:p>
                  </a:txBody>
                  <a:tcPr/>
                </a:tc>
                <a:tc>
                  <a:txBody>
                    <a:bodyPr/>
                    <a:lstStyle/>
                    <a:p>
                      <a:endParaRPr lang="en-US" dirty="0"/>
                    </a:p>
                  </a:txBody>
                  <a:tcPr/>
                </a:tc>
                <a:extLst>
                  <a:ext uri="{0D108BD9-81ED-4DB2-BD59-A6C34878D82A}">
                    <a16:rowId xmlns:a16="http://schemas.microsoft.com/office/drawing/2014/main" val="605875618"/>
                  </a:ext>
                </a:extLst>
              </a:tr>
            </a:tbl>
          </a:graphicData>
        </a:graphic>
      </p:graphicFrame>
    </p:spTree>
    <p:extLst>
      <p:ext uri="{BB962C8B-B14F-4D97-AF65-F5344CB8AC3E}">
        <p14:creationId xmlns:p14="http://schemas.microsoft.com/office/powerpoint/2010/main" val="1252191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_Only_Headline_Purple">
    <p:bg>
      <p:bgPr>
        <a:solidFill>
          <a:schemeClr val="accent1">
            <a:lumMod val="50000"/>
          </a:schemeClr>
        </a:solidFill>
        <a:effectLst/>
      </p:bgPr>
    </p:bg>
    <p:spTree>
      <p:nvGrpSpPr>
        <p:cNvPr id="1" name=""/>
        <p:cNvGrpSpPr/>
        <p:nvPr/>
      </p:nvGrpSpPr>
      <p:grpSpPr>
        <a:xfrm>
          <a:off x="0" y="0"/>
          <a:ext cx="0" cy="0"/>
          <a:chOff x="0" y="0"/>
          <a:chExt cx="0" cy="0"/>
        </a:xfrm>
      </p:grpSpPr>
      <p:sp>
        <p:nvSpPr>
          <p:cNvPr id="4" name="Foliennummernplatzhalter 3"/>
          <p:cNvSpPr>
            <a:spLocks noGrp="1"/>
          </p:cNvSpPr>
          <p:nvPr>
            <p:ph type="sldNum" sz="quarter" idx="11"/>
          </p:nvPr>
        </p:nvSpPr>
        <p:spPr/>
        <p:txBody>
          <a:bodyPr/>
          <a:lstStyle>
            <a:lvl1pPr>
              <a:defRPr>
                <a:solidFill>
                  <a:schemeClr val="bg1"/>
                </a:solidFill>
              </a:defRPr>
            </a:lvl1pPr>
          </a:lstStyle>
          <a:p>
            <a:fld id="{64EFF315-FA4E-4084-ACCF-A94C350B883E}" type="slidenum">
              <a:rPr lang="en-US" smtClean="0"/>
              <a:pPr/>
              <a:t>‹#›</a:t>
            </a:fld>
            <a:endParaRPr lang="en-US" dirty="0"/>
          </a:p>
        </p:txBody>
      </p:sp>
      <p:sp>
        <p:nvSpPr>
          <p:cNvPr id="8" name="Textplatzhalter 4"/>
          <p:cNvSpPr>
            <a:spLocks noGrp="1"/>
          </p:cNvSpPr>
          <p:nvPr>
            <p:ph type="body" sz="quarter" idx="14" hasCustomPrompt="1"/>
          </p:nvPr>
        </p:nvSpPr>
        <p:spPr>
          <a:xfrm>
            <a:off x="982663" y="296545"/>
            <a:ext cx="9297410" cy="371475"/>
          </a:xfrm>
        </p:spPr>
        <p:txBody>
          <a:bodyPr/>
          <a:lstStyle>
            <a:lvl1pPr>
              <a:defRPr>
                <a:solidFill>
                  <a:schemeClr val="bg1"/>
                </a:solidFill>
              </a:defRPr>
            </a:lvl1pPr>
          </a:lstStyle>
          <a:p>
            <a:pPr lvl="0"/>
            <a:r>
              <a:rPr lang="en-US" dirty="0"/>
              <a:t>Chapter title</a:t>
            </a:r>
          </a:p>
        </p:txBody>
      </p:sp>
      <p:sp>
        <p:nvSpPr>
          <p:cNvPr id="7"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bg1"/>
                </a:solidFill>
              </a:defRPr>
            </a:lvl1pPr>
          </a:lstStyle>
          <a:p>
            <a:r>
              <a:rPr lang="en-US"/>
              <a:t>ORM |  © SmartCliff  |  Internal  |  Version 1.0  </a:t>
            </a:r>
            <a:endParaRPr lang="en-US" dirty="0"/>
          </a:p>
        </p:txBody>
      </p:sp>
      <p:sp>
        <p:nvSpPr>
          <p:cNvPr id="10" name="Titelplatzhalter 1">
            <a:extLst>
              <a:ext uri="{FF2B5EF4-FFF2-40B4-BE49-F238E27FC236}">
                <a16:creationId xmlns:a16="http://schemas.microsoft.com/office/drawing/2014/main" id="{6A95F389-AE48-4F32-9F35-395BF54E3327}"/>
              </a:ext>
            </a:extLst>
          </p:cNvPr>
          <p:cNvSpPr>
            <a:spLocks noGrp="1"/>
          </p:cNvSpPr>
          <p:nvPr>
            <p:ph type="title"/>
          </p:nvPr>
        </p:nvSpPr>
        <p:spPr>
          <a:xfrm>
            <a:off x="989013" y="645896"/>
            <a:ext cx="9297410" cy="381484"/>
          </a:xfrm>
          <a:prstGeom prst="rect">
            <a:avLst/>
          </a:prstGeom>
        </p:spPr>
        <p:txBody>
          <a:bodyPr vert="horz" lIns="0" tIns="0" rIns="0" bIns="0" rtlCol="0" anchor="t">
            <a:noAutofit/>
          </a:bodyPr>
          <a:lstStyle>
            <a:lvl1pPr>
              <a:defRPr sz="2400">
                <a:solidFill>
                  <a:schemeClr val="bg1"/>
                </a:solidFill>
              </a:defRPr>
            </a:lvl1pPr>
          </a:lstStyle>
          <a:p>
            <a:r>
              <a:rPr lang="en-US"/>
              <a:t>Click to edit Master title style</a:t>
            </a:r>
            <a:endParaRPr lang="en-US" dirty="0"/>
          </a:p>
        </p:txBody>
      </p:sp>
      <p:pic>
        <p:nvPicPr>
          <p:cNvPr id="11" name="Picture 10" descr="Logo&#10;&#10;Description automatically generated">
            <a:extLst>
              <a:ext uri="{FF2B5EF4-FFF2-40B4-BE49-F238E27FC236}">
                <a16:creationId xmlns:a16="http://schemas.microsoft.com/office/drawing/2014/main" id="{39C1585F-416F-465A-A0F6-C3BC560929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59044" y="-103367"/>
            <a:ext cx="1452659" cy="726330"/>
          </a:xfrm>
          <a:prstGeom prst="rect">
            <a:avLst/>
          </a:prstGeom>
        </p:spPr>
      </p:pic>
    </p:spTree>
    <p:extLst>
      <p:ext uri="{BB962C8B-B14F-4D97-AF65-F5344CB8AC3E}">
        <p14:creationId xmlns:p14="http://schemas.microsoft.com/office/powerpoint/2010/main" val="17896361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_Half_Picture_Left">
    <p:spTree>
      <p:nvGrpSpPr>
        <p:cNvPr id="1" name=""/>
        <p:cNvGrpSpPr/>
        <p:nvPr/>
      </p:nvGrpSpPr>
      <p:grpSpPr>
        <a:xfrm>
          <a:off x="0" y="0"/>
          <a:ext cx="0" cy="0"/>
          <a:chOff x="0" y="0"/>
          <a:chExt cx="0" cy="0"/>
        </a:xfrm>
      </p:grpSpPr>
      <p:sp>
        <p:nvSpPr>
          <p:cNvPr id="6" name="Bildplatzhalter 5"/>
          <p:cNvSpPr>
            <a:spLocks noGrp="1"/>
          </p:cNvSpPr>
          <p:nvPr>
            <p:ph type="pic" sz="quarter" idx="12" hasCustomPrompt="1"/>
          </p:nvPr>
        </p:nvSpPr>
        <p:spPr>
          <a:xfrm>
            <a:off x="0" y="0"/>
            <a:ext cx="6094800" cy="6858000"/>
          </a:xfrm>
          <a:pattFill prst="pct5">
            <a:fgClr>
              <a:schemeClr val="accent1"/>
            </a:fgClr>
            <a:bgClr>
              <a:schemeClr val="bg1"/>
            </a:bgClr>
          </a:pattFill>
        </p:spPr>
        <p:txBody>
          <a:bodyPr anchor="ctr"/>
          <a:lstStyle>
            <a:lvl1pPr algn="ctr">
              <a:defRPr sz="3600"/>
            </a:lvl1pPr>
          </a:lstStyle>
          <a:p>
            <a:r>
              <a:rPr lang="en-US" dirty="0"/>
              <a:t>Picture</a:t>
            </a:r>
          </a:p>
        </p:txBody>
      </p:sp>
      <p:sp>
        <p:nvSpPr>
          <p:cNvPr id="2" name="Titel 1"/>
          <p:cNvSpPr>
            <a:spLocks noGrp="1"/>
          </p:cNvSpPr>
          <p:nvPr>
            <p:ph type="title" hasCustomPrompt="1"/>
          </p:nvPr>
        </p:nvSpPr>
        <p:spPr>
          <a:xfrm>
            <a:off x="6537959" y="851405"/>
            <a:ext cx="5373453" cy="988500"/>
          </a:xfrm>
        </p:spPr>
        <p:txBody>
          <a:bodyPr/>
          <a:lstStyle>
            <a:lvl1pPr>
              <a:defRPr sz="2400"/>
            </a:lvl1pPr>
          </a:lstStyle>
          <a:p>
            <a:r>
              <a:rPr lang="en-US" dirty="0"/>
              <a:t>Title, 24pt, bold,</a:t>
            </a:r>
            <a:br>
              <a:rPr lang="en-US" dirty="0"/>
            </a:br>
            <a:r>
              <a:rPr lang="en-US" dirty="0"/>
              <a:t>max. 2 lines</a:t>
            </a:r>
          </a:p>
        </p:txBody>
      </p:sp>
      <p:sp>
        <p:nvSpPr>
          <p:cNvPr id="4" name="Foliennummernplatzhalter 3"/>
          <p:cNvSpPr>
            <a:spLocks noGrp="1"/>
          </p:cNvSpPr>
          <p:nvPr>
            <p:ph type="sldNum" sz="quarter" idx="11"/>
          </p:nvPr>
        </p:nvSpPr>
        <p:spPr/>
        <p:txBody>
          <a:bodyPr/>
          <a:lstStyle>
            <a:lvl1pPr>
              <a:defRPr>
                <a:solidFill>
                  <a:schemeClr val="tx1"/>
                </a:solidFill>
              </a:defRPr>
            </a:lvl1pPr>
          </a:lstStyle>
          <a:p>
            <a:fld id="{64EFF315-FA4E-4084-ACCF-A94C350B883E}" type="slidenum">
              <a:rPr lang="en-US" smtClean="0"/>
              <a:pPr/>
              <a:t>‹#›</a:t>
            </a:fld>
            <a:endParaRPr lang="en-US" dirty="0"/>
          </a:p>
        </p:txBody>
      </p:sp>
      <p:sp>
        <p:nvSpPr>
          <p:cNvPr id="8" name="Textplatzhalter 7"/>
          <p:cNvSpPr>
            <a:spLocks noGrp="1"/>
          </p:cNvSpPr>
          <p:nvPr>
            <p:ph type="body" sz="quarter" idx="13" hasCustomPrompt="1"/>
          </p:nvPr>
        </p:nvSpPr>
        <p:spPr>
          <a:xfrm>
            <a:off x="6537959" y="2419351"/>
            <a:ext cx="5366704" cy="3602037"/>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9" name="Textplatzhalter 4"/>
          <p:cNvSpPr>
            <a:spLocks noGrp="1"/>
          </p:cNvSpPr>
          <p:nvPr>
            <p:ph type="body" sz="quarter" idx="14" hasCustomPrompt="1"/>
          </p:nvPr>
        </p:nvSpPr>
        <p:spPr>
          <a:xfrm>
            <a:off x="982663" y="296545"/>
            <a:ext cx="10922000" cy="371475"/>
          </a:xfrm>
        </p:spPr>
        <p:txBody>
          <a:bodyPr/>
          <a:lstStyle>
            <a:lvl1pPr>
              <a:defRPr>
                <a:solidFill>
                  <a:schemeClr val="bg1"/>
                </a:solidFill>
              </a:defRPr>
            </a:lvl1pPr>
          </a:lstStyle>
          <a:p>
            <a:pPr lvl="0"/>
            <a:r>
              <a:rPr lang="en-US" dirty="0"/>
              <a:t>Chapter title</a:t>
            </a:r>
          </a:p>
        </p:txBody>
      </p:sp>
      <p:sp>
        <p:nvSpPr>
          <p:cNvPr id="10"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Tree>
    <p:extLst>
      <p:ext uri="{BB962C8B-B14F-4D97-AF65-F5344CB8AC3E}">
        <p14:creationId xmlns:p14="http://schemas.microsoft.com/office/powerpoint/2010/main" val="14536739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Picture_Left">
    <p:spTree>
      <p:nvGrpSpPr>
        <p:cNvPr id="1" name=""/>
        <p:cNvGrpSpPr/>
        <p:nvPr/>
      </p:nvGrpSpPr>
      <p:grpSpPr>
        <a:xfrm>
          <a:off x="0" y="0"/>
          <a:ext cx="0" cy="0"/>
          <a:chOff x="0" y="0"/>
          <a:chExt cx="0" cy="0"/>
        </a:xfrm>
      </p:grpSpPr>
      <p:sp>
        <p:nvSpPr>
          <p:cNvPr id="5" name="Rechteck 4"/>
          <p:cNvSpPr/>
          <p:nvPr userDrawn="1"/>
        </p:nvSpPr>
        <p:spPr>
          <a:xfrm>
            <a:off x="6097200" y="0"/>
            <a:ext cx="60948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1"/>
            <a:endParaRPr lang="en-US" dirty="0"/>
          </a:p>
        </p:txBody>
      </p:sp>
      <p:sp>
        <p:nvSpPr>
          <p:cNvPr id="4" name="Foliennummernplatzhalter 3"/>
          <p:cNvSpPr>
            <a:spLocks noGrp="1"/>
          </p:cNvSpPr>
          <p:nvPr>
            <p:ph type="sldNum" sz="quarter" idx="11"/>
          </p:nvPr>
        </p:nvSpPr>
        <p:spPr/>
        <p:txBody>
          <a:bodyPr/>
          <a:lstStyle/>
          <a:p>
            <a:fld id="{64EFF315-FA4E-4084-ACCF-A94C350B883E}" type="slidenum">
              <a:rPr lang="en-US" smtClean="0"/>
              <a:pPr/>
              <a:t>‹#›</a:t>
            </a:fld>
            <a:endParaRPr lang="en-US" dirty="0"/>
          </a:p>
        </p:txBody>
      </p:sp>
      <p:sp>
        <p:nvSpPr>
          <p:cNvPr id="12" name="Bildplatzhalter 6"/>
          <p:cNvSpPr>
            <a:spLocks noGrp="1"/>
          </p:cNvSpPr>
          <p:nvPr>
            <p:ph type="pic" sz="quarter" idx="15" hasCustomPrompt="1"/>
          </p:nvPr>
        </p:nvSpPr>
        <p:spPr>
          <a:xfrm>
            <a:off x="982662" y="944563"/>
            <a:ext cx="4709477" cy="5081255"/>
          </a:xfrm>
          <a:pattFill prst="pct5">
            <a:fgClr>
              <a:schemeClr val="accent1"/>
            </a:fgClr>
            <a:bgClr>
              <a:schemeClr val="bg1"/>
            </a:bgClr>
          </a:pattFill>
        </p:spPr>
        <p:txBody>
          <a:bodyPr anchor="ctr"/>
          <a:lstStyle>
            <a:lvl1pPr algn="ctr">
              <a:defRPr sz="3600"/>
            </a:lvl1pPr>
          </a:lstStyle>
          <a:p>
            <a:r>
              <a:rPr lang="en-US" dirty="0"/>
              <a:t>Picture</a:t>
            </a:r>
          </a:p>
        </p:txBody>
      </p:sp>
      <p:sp>
        <p:nvSpPr>
          <p:cNvPr id="14" name="Textplatzhalter 4"/>
          <p:cNvSpPr>
            <a:spLocks noGrp="1"/>
          </p:cNvSpPr>
          <p:nvPr>
            <p:ph type="body" sz="quarter" idx="14" hasCustomPrompt="1"/>
          </p:nvPr>
        </p:nvSpPr>
        <p:spPr>
          <a:xfrm>
            <a:off x="982663" y="296545"/>
            <a:ext cx="10922000" cy="371475"/>
          </a:xfrm>
        </p:spPr>
        <p:txBody>
          <a:bodyPr/>
          <a:lstStyle>
            <a:lvl1pPr>
              <a:defRPr>
                <a:solidFill>
                  <a:schemeClr val="tx1"/>
                </a:solidFill>
              </a:defRPr>
            </a:lvl1pPr>
          </a:lstStyle>
          <a:p>
            <a:pPr lvl="0"/>
            <a:r>
              <a:rPr lang="en-US" dirty="0"/>
              <a:t>Chapter title</a:t>
            </a:r>
          </a:p>
        </p:txBody>
      </p:sp>
      <p:sp>
        <p:nvSpPr>
          <p:cNvPr id="15" name="Titel 1"/>
          <p:cNvSpPr>
            <a:spLocks noGrp="1"/>
          </p:cNvSpPr>
          <p:nvPr>
            <p:ph type="title" hasCustomPrompt="1"/>
          </p:nvPr>
        </p:nvSpPr>
        <p:spPr>
          <a:xfrm>
            <a:off x="6537959" y="854000"/>
            <a:ext cx="5373453" cy="988500"/>
          </a:xfrm>
        </p:spPr>
        <p:txBody>
          <a:bodyPr/>
          <a:lstStyle>
            <a:lvl1pPr>
              <a:defRPr sz="2400"/>
            </a:lvl1pPr>
          </a:lstStyle>
          <a:p>
            <a:r>
              <a:rPr lang="en-US" dirty="0"/>
              <a:t>Title, 24pt, bold,</a:t>
            </a:r>
            <a:br>
              <a:rPr lang="en-US" dirty="0"/>
            </a:br>
            <a:r>
              <a:rPr lang="en-US" dirty="0"/>
              <a:t>max. 2 lines</a:t>
            </a:r>
          </a:p>
        </p:txBody>
      </p:sp>
      <p:sp>
        <p:nvSpPr>
          <p:cNvPr id="16" name="Textplatzhalter 7"/>
          <p:cNvSpPr>
            <a:spLocks noGrp="1"/>
          </p:cNvSpPr>
          <p:nvPr>
            <p:ph type="body" sz="quarter" idx="13" hasCustomPrompt="1"/>
          </p:nvPr>
        </p:nvSpPr>
        <p:spPr>
          <a:xfrm>
            <a:off x="6537959" y="2419200"/>
            <a:ext cx="5366704" cy="3602037"/>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11"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Tree>
    <p:extLst>
      <p:ext uri="{BB962C8B-B14F-4D97-AF65-F5344CB8AC3E}">
        <p14:creationId xmlns:p14="http://schemas.microsoft.com/office/powerpoint/2010/main" val="786600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_Picture_Right">
    <p:spTree>
      <p:nvGrpSpPr>
        <p:cNvPr id="1" name=""/>
        <p:cNvGrpSpPr/>
        <p:nvPr/>
      </p:nvGrpSpPr>
      <p:grpSpPr>
        <a:xfrm>
          <a:off x="0" y="0"/>
          <a:ext cx="0" cy="0"/>
          <a:chOff x="0" y="0"/>
          <a:chExt cx="0" cy="0"/>
        </a:xfrm>
      </p:grpSpPr>
      <p:sp>
        <p:nvSpPr>
          <p:cNvPr id="5" name="Rechteck 4"/>
          <p:cNvSpPr/>
          <p:nvPr userDrawn="1"/>
        </p:nvSpPr>
        <p:spPr>
          <a:xfrm>
            <a:off x="6097200" y="0"/>
            <a:ext cx="60948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1"/>
            <a:endParaRPr lang="en-US" dirty="0"/>
          </a:p>
        </p:txBody>
      </p:sp>
      <p:sp>
        <p:nvSpPr>
          <p:cNvPr id="2" name="Titel 1"/>
          <p:cNvSpPr>
            <a:spLocks noGrp="1"/>
          </p:cNvSpPr>
          <p:nvPr>
            <p:ph type="title" hasCustomPrompt="1"/>
          </p:nvPr>
        </p:nvSpPr>
        <p:spPr>
          <a:xfrm>
            <a:off x="982663" y="862371"/>
            <a:ext cx="4526597" cy="988500"/>
          </a:xfrm>
        </p:spPr>
        <p:txBody>
          <a:bodyPr/>
          <a:lstStyle>
            <a:lvl1pPr>
              <a:defRPr sz="2400"/>
            </a:lvl1pPr>
          </a:lstStyle>
          <a:p>
            <a:r>
              <a:rPr lang="en-US" dirty="0"/>
              <a:t>Title, 24pt, bold,</a:t>
            </a:r>
            <a:br>
              <a:rPr lang="en-US" dirty="0"/>
            </a:br>
            <a:r>
              <a:rPr lang="en-US" dirty="0"/>
              <a:t>max. 2 lines</a:t>
            </a:r>
          </a:p>
        </p:txBody>
      </p:sp>
      <p:sp>
        <p:nvSpPr>
          <p:cNvPr id="4" name="Foliennummernplatzhalter 3"/>
          <p:cNvSpPr>
            <a:spLocks noGrp="1"/>
          </p:cNvSpPr>
          <p:nvPr>
            <p:ph type="sldNum" sz="quarter" idx="11"/>
          </p:nvPr>
        </p:nvSpPr>
        <p:spPr/>
        <p:txBody>
          <a:bodyPr/>
          <a:lstStyle/>
          <a:p>
            <a:fld id="{64EFF315-FA4E-4084-ACCF-A94C350B883E}" type="slidenum">
              <a:rPr lang="en-US" smtClean="0"/>
              <a:pPr/>
              <a:t>‹#›</a:t>
            </a:fld>
            <a:endParaRPr lang="en-US" dirty="0"/>
          </a:p>
        </p:txBody>
      </p:sp>
      <p:sp>
        <p:nvSpPr>
          <p:cNvPr id="8" name="Textplatzhalter 7"/>
          <p:cNvSpPr>
            <a:spLocks noGrp="1"/>
          </p:cNvSpPr>
          <p:nvPr>
            <p:ph type="body" sz="quarter" idx="13" hasCustomPrompt="1"/>
          </p:nvPr>
        </p:nvSpPr>
        <p:spPr>
          <a:xfrm>
            <a:off x="982663" y="2403387"/>
            <a:ext cx="4520911" cy="3602037"/>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12" name="Bildplatzhalter 6"/>
          <p:cNvSpPr>
            <a:spLocks noGrp="1"/>
          </p:cNvSpPr>
          <p:nvPr>
            <p:ph type="pic" sz="quarter" idx="15" hasCustomPrompt="1"/>
          </p:nvPr>
        </p:nvSpPr>
        <p:spPr>
          <a:xfrm>
            <a:off x="6400799" y="944563"/>
            <a:ext cx="5503863" cy="3581586"/>
          </a:xfrm>
          <a:pattFill prst="pct5">
            <a:fgClr>
              <a:schemeClr val="accent1"/>
            </a:fgClr>
            <a:bgClr>
              <a:schemeClr val="bg1"/>
            </a:bgClr>
          </a:pattFill>
        </p:spPr>
        <p:txBody>
          <a:bodyPr anchor="ctr"/>
          <a:lstStyle>
            <a:lvl1pPr algn="ctr">
              <a:defRPr sz="3600"/>
            </a:lvl1pPr>
          </a:lstStyle>
          <a:p>
            <a:r>
              <a:rPr lang="en-US" dirty="0"/>
              <a:t>Picture</a:t>
            </a:r>
          </a:p>
        </p:txBody>
      </p:sp>
      <p:sp>
        <p:nvSpPr>
          <p:cNvPr id="13" name="Textplatzhalter 7"/>
          <p:cNvSpPr>
            <a:spLocks noGrp="1"/>
          </p:cNvSpPr>
          <p:nvPr>
            <p:ph type="body" sz="quarter" idx="16" hasCustomPrompt="1"/>
          </p:nvPr>
        </p:nvSpPr>
        <p:spPr>
          <a:xfrm>
            <a:off x="6400799" y="4738283"/>
            <a:ext cx="5503864" cy="1267142"/>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p:txBody>
      </p:sp>
      <p:sp>
        <p:nvSpPr>
          <p:cNvPr id="15" name="Textplatzhalter 4"/>
          <p:cNvSpPr>
            <a:spLocks noGrp="1"/>
          </p:cNvSpPr>
          <p:nvPr>
            <p:ph type="body" sz="quarter" idx="14" hasCustomPrompt="1"/>
          </p:nvPr>
        </p:nvSpPr>
        <p:spPr>
          <a:xfrm>
            <a:off x="982663" y="296545"/>
            <a:ext cx="10922000" cy="371475"/>
          </a:xfrm>
        </p:spPr>
        <p:txBody>
          <a:bodyPr/>
          <a:lstStyle>
            <a:lvl1pPr>
              <a:defRPr>
                <a:solidFill>
                  <a:schemeClr val="tx1"/>
                </a:solidFill>
              </a:defRPr>
            </a:lvl1pPr>
          </a:lstStyle>
          <a:p>
            <a:pPr lvl="0"/>
            <a:r>
              <a:rPr lang="en-US" dirty="0"/>
              <a:t>Chapter title</a:t>
            </a:r>
          </a:p>
        </p:txBody>
      </p:sp>
      <p:sp>
        <p:nvSpPr>
          <p:cNvPr id="11"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Tree>
    <p:extLst>
      <p:ext uri="{BB962C8B-B14F-4D97-AF65-F5344CB8AC3E}">
        <p14:creationId xmlns:p14="http://schemas.microsoft.com/office/powerpoint/2010/main" val="8882625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_Diagram_Right">
    <p:spTree>
      <p:nvGrpSpPr>
        <p:cNvPr id="1" name=""/>
        <p:cNvGrpSpPr/>
        <p:nvPr/>
      </p:nvGrpSpPr>
      <p:grpSpPr>
        <a:xfrm>
          <a:off x="0" y="0"/>
          <a:ext cx="0" cy="0"/>
          <a:chOff x="0" y="0"/>
          <a:chExt cx="0" cy="0"/>
        </a:xfrm>
      </p:grpSpPr>
      <p:sp>
        <p:nvSpPr>
          <p:cNvPr id="5" name="Rechteck 4"/>
          <p:cNvSpPr/>
          <p:nvPr userDrawn="1"/>
        </p:nvSpPr>
        <p:spPr>
          <a:xfrm>
            <a:off x="6097200" y="0"/>
            <a:ext cx="60948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1"/>
            <a:endParaRPr lang="en-US" dirty="0"/>
          </a:p>
        </p:txBody>
      </p:sp>
      <p:sp>
        <p:nvSpPr>
          <p:cNvPr id="4" name="Foliennummernplatzhalter 3"/>
          <p:cNvSpPr>
            <a:spLocks noGrp="1"/>
          </p:cNvSpPr>
          <p:nvPr>
            <p:ph type="sldNum" sz="quarter" idx="11"/>
          </p:nvPr>
        </p:nvSpPr>
        <p:spPr/>
        <p:txBody>
          <a:bodyPr/>
          <a:lstStyle/>
          <a:p>
            <a:fld id="{64EFF315-FA4E-4084-ACCF-A94C350B883E}" type="slidenum">
              <a:rPr lang="en-US" smtClean="0"/>
              <a:pPr/>
              <a:t>‹#›</a:t>
            </a:fld>
            <a:endParaRPr lang="en-US" dirty="0"/>
          </a:p>
        </p:txBody>
      </p:sp>
      <p:sp>
        <p:nvSpPr>
          <p:cNvPr id="11" name="Diagrammplatzhalter 10"/>
          <p:cNvSpPr>
            <a:spLocks noGrp="1"/>
          </p:cNvSpPr>
          <p:nvPr>
            <p:ph type="chart" sz="quarter" idx="14"/>
          </p:nvPr>
        </p:nvSpPr>
        <p:spPr>
          <a:xfrm>
            <a:off x="6400800" y="938164"/>
            <a:ext cx="5503863" cy="5067261"/>
          </a:xfrm>
          <a:pattFill prst="ltUpDiag">
            <a:fgClr>
              <a:schemeClr val="accent1"/>
            </a:fgClr>
            <a:bgClr>
              <a:schemeClr val="bg1"/>
            </a:bgClr>
          </a:pattFill>
        </p:spPr>
        <p:txBody>
          <a:bodyPr anchor="ctr"/>
          <a:lstStyle>
            <a:lvl1pPr algn="ctr">
              <a:defRPr sz="3600"/>
            </a:lvl1pPr>
          </a:lstStyle>
          <a:p>
            <a:r>
              <a:rPr lang="en-US"/>
              <a:t>Click icon to add chart</a:t>
            </a:r>
            <a:endParaRPr lang="en-US" dirty="0"/>
          </a:p>
        </p:txBody>
      </p:sp>
      <p:sp>
        <p:nvSpPr>
          <p:cNvPr id="12" name="Textplatzhalter 4"/>
          <p:cNvSpPr>
            <a:spLocks noGrp="1"/>
          </p:cNvSpPr>
          <p:nvPr>
            <p:ph type="body" sz="quarter" idx="15" hasCustomPrompt="1"/>
          </p:nvPr>
        </p:nvSpPr>
        <p:spPr>
          <a:xfrm>
            <a:off x="982663" y="296545"/>
            <a:ext cx="10922000" cy="371475"/>
          </a:xfrm>
        </p:spPr>
        <p:txBody>
          <a:bodyPr/>
          <a:lstStyle>
            <a:lvl1pPr>
              <a:defRPr>
                <a:solidFill>
                  <a:schemeClr val="tx1"/>
                </a:solidFill>
              </a:defRPr>
            </a:lvl1pPr>
          </a:lstStyle>
          <a:p>
            <a:pPr lvl="0"/>
            <a:r>
              <a:rPr lang="en-US" dirty="0"/>
              <a:t>Chapter title</a:t>
            </a:r>
          </a:p>
        </p:txBody>
      </p:sp>
      <p:sp>
        <p:nvSpPr>
          <p:cNvPr id="13"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
        <p:nvSpPr>
          <p:cNvPr id="10" name="Titel 1">
            <a:extLst>
              <a:ext uri="{FF2B5EF4-FFF2-40B4-BE49-F238E27FC236}">
                <a16:creationId xmlns:a16="http://schemas.microsoft.com/office/drawing/2014/main" id="{4C2EEA5B-B8B4-4E8B-AC97-B3CA0875085A}"/>
              </a:ext>
            </a:extLst>
          </p:cNvPr>
          <p:cNvSpPr>
            <a:spLocks noGrp="1"/>
          </p:cNvSpPr>
          <p:nvPr>
            <p:ph type="title" hasCustomPrompt="1"/>
          </p:nvPr>
        </p:nvSpPr>
        <p:spPr>
          <a:xfrm>
            <a:off x="982663" y="862371"/>
            <a:ext cx="4526597" cy="988500"/>
          </a:xfrm>
        </p:spPr>
        <p:txBody>
          <a:bodyPr/>
          <a:lstStyle>
            <a:lvl1pPr>
              <a:defRPr sz="2400"/>
            </a:lvl1pPr>
          </a:lstStyle>
          <a:p>
            <a:r>
              <a:rPr lang="en-US" dirty="0"/>
              <a:t>Title, 24pt, bold,</a:t>
            </a:r>
            <a:br>
              <a:rPr lang="en-US" dirty="0"/>
            </a:br>
            <a:r>
              <a:rPr lang="en-US" dirty="0"/>
              <a:t>max. 2 lines</a:t>
            </a:r>
          </a:p>
        </p:txBody>
      </p:sp>
      <p:sp>
        <p:nvSpPr>
          <p:cNvPr id="15" name="Textplatzhalter 7">
            <a:extLst>
              <a:ext uri="{FF2B5EF4-FFF2-40B4-BE49-F238E27FC236}">
                <a16:creationId xmlns:a16="http://schemas.microsoft.com/office/drawing/2014/main" id="{29FD0944-B50E-40DE-A117-8A579BBB0302}"/>
              </a:ext>
            </a:extLst>
          </p:cNvPr>
          <p:cNvSpPr>
            <a:spLocks noGrp="1"/>
          </p:cNvSpPr>
          <p:nvPr>
            <p:ph type="body" sz="quarter" idx="13" hasCustomPrompt="1"/>
          </p:nvPr>
        </p:nvSpPr>
        <p:spPr>
          <a:xfrm>
            <a:off x="982663" y="2403387"/>
            <a:ext cx="4520911" cy="3602037"/>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Tree>
    <p:extLst>
      <p:ext uri="{BB962C8B-B14F-4D97-AF65-F5344CB8AC3E}">
        <p14:creationId xmlns:p14="http://schemas.microsoft.com/office/powerpoint/2010/main" val="27487199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Picture_Left_2_Text_Boxes_Right">
    <p:spTree>
      <p:nvGrpSpPr>
        <p:cNvPr id="1" name=""/>
        <p:cNvGrpSpPr/>
        <p:nvPr/>
      </p:nvGrpSpPr>
      <p:grpSpPr>
        <a:xfrm>
          <a:off x="0" y="0"/>
          <a:ext cx="0" cy="0"/>
          <a:chOff x="0" y="0"/>
          <a:chExt cx="0" cy="0"/>
        </a:xfrm>
      </p:grpSpPr>
      <p:sp>
        <p:nvSpPr>
          <p:cNvPr id="6" name="Bildplatzhalter 5"/>
          <p:cNvSpPr>
            <a:spLocks noGrp="1"/>
          </p:cNvSpPr>
          <p:nvPr>
            <p:ph type="pic" sz="quarter" idx="16" hasCustomPrompt="1"/>
          </p:nvPr>
        </p:nvSpPr>
        <p:spPr>
          <a:xfrm>
            <a:off x="0" y="0"/>
            <a:ext cx="3870325" cy="6858000"/>
          </a:xfrm>
          <a:pattFill prst="pct5">
            <a:fgClr>
              <a:schemeClr val="accent1"/>
            </a:fgClr>
            <a:bgClr>
              <a:schemeClr val="bg1"/>
            </a:bgClr>
          </a:pattFill>
        </p:spPr>
        <p:txBody>
          <a:bodyPr anchor="ctr"/>
          <a:lstStyle>
            <a:lvl1pPr algn="ctr">
              <a:defRPr sz="3600"/>
            </a:lvl1pPr>
          </a:lstStyle>
          <a:p>
            <a:r>
              <a:rPr lang="en-US" dirty="0"/>
              <a:t>Picture</a:t>
            </a:r>
          </a:p>
        </p:txBody>
      </p:sp>
      <p:sp>
        <p:nvSpPr>
          <p:cNvPr id="2" name="Titel 1"/>
          <p:cNvSpPr>
            <a:spLocks noGrp="1"/>
          </p:cNvSpPr>
          <p:nvPr>
            <p:ph type="title" hasCustomPrompt="1"/>
          </p:nvPr>
        </p:nvSpPr>
        <p:spPr>
          <a:xfrm>
            <a:off x="4161000" y="851405"/>
            <a:ext cx="7749352" cy="988500"/>
          </a:xfrm>
        </p:spPr>
        <p:txBody>
          <a:bodyPr/>
          <a:lstStyle>
            <a:lvl1pPr>
              <a:defRPr sz="2400"/>
            </a:lvl1pPr>
          </a:lstStyle>
          <a:p>
            <a:r>
              <a:rPr lang="en-US" dirty="0"/>
              <a:t>Title, 24pt, bold,</a:t>
            </a:r>
            <a:br>
              <a:rPr lang="en-US" dirty="0"/>
            </a:br>
            <a:r>
              <a:rPr lang="en-US" dirty="0"/>
              <a:t>max. 2 lines</a:t>
            </a:r>
          </a:p>
        </p:txBody>
      </p:sp>
      <p:sp>
        <p:nvSpPr>
          <p:cNvPr id="4" name="Foliennummernplatzhalter 3"/>
          <p:cNvSpPr>
            <a:spLocks noGrp="1"/>
          </p:cNvSpPr>
          <p:nvPr>
            <p:ph type="sldNum" sz="quarter" idx="11"/>
          </p:nvPr>
        </p:nvSpPr>
        <p:spPr/>
        <p:txBody>
          <a:bodyPr/>
          <a:lstStyle>
            <a:lvl1pPr>
              <a:defRPr>
                <a:solidFill>
                  <a:schemeClr val="tx1"/>
                </a:solidFill>
              </a:defRPr>
            </a:lvl1pPr>
          </a:lstStyle>
          <a:p>
            <a:fld id="{64EFF315-FA4E-4084-ACCF-A94C350B883E}" type="slidenum">
              <a:rPr lang="en-US" smtClean="0"/>
              <a:pPr/>
              <a:t>‹#›</a:t>
            </a:fld>
            <a:endParaRPr lang="en-US" dirty="0"/>
          </a:p>
        </p:txBody>
      </p:sp>
      <p:sp>
        <p:nvSpPr>
          <p:cNvPr id="8" name="Textplatzhalter 7"/>
          <p:cNvSpPr>
            <a:spLocks noGrp="1"/>
          </p:cNvSpPr>
          <p:nvPr>
            <p:ph type="body" sz="quarter" idx="13" hasCustomPrompt="1"/>
          </p:nvPr>
        </p:nvSpPr>
        <p:spPr>
          <a:xfrm>
            <a:off x="4161000" y="2403476"/>
            <a:ext cx="3726000" cy="3602037"/>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14" name="Textplatzhalter 4"/>
          <p:cNvSpPr>
            <a:spLocks noGrp="1"/>
          </p:cNvSpPr>
          <p:nvPr>
            <p:ph type="body" sz="quarter" idx="14" hasCustomPrompt="1"/>
          </p:nvPr>
        </p:nvSpPr>
        <p:spPr>
          <a:xfrm>
            <a:off x="982663" y="296545"/>
            <a:ext cx="10922000" cy="371475"/>
          </a:xfrm>
        </p:spPr>
        <p:txBody>
          <a:bodyPr/>
          <a:lstStyle>
            <a:lvl1pPr>
              <a:defRPr>
                <a:solidFill>
                  <a:schemeClr val="bg1"/>
                </a:solidFill>
              </a:defRPr>
            </a:lvl1pPr>
          </a:lstStyle>
          <a:p>
            <a:pPr lvl="0"/>
            <a:r>
              <a:rPr lang="en-US" dirty="0"/>
              <a:t>Chapter title</a:t>
            </a:r>
          </a:p>
        </p:txBody>
      </p:sp>
      <p:sp>
        <p:nvSpPr>
          <p:cNvPr id="16" name="Textplatzhalter 7"/>
          <p:cNvSpPr>
            <a:spLocks noGrp="1"/>
          </p:cNvSpPr>
          <p:nvPr>
            <p:ph type="body" sz="quarter" idx="15" hasCustomPrompt="1"/>
          </p:nvPr>
        </p:nvSpPr>
        <p:spPr>
          <a:xfrm>
            <a:off x="8184352" y="2403476"/>
            <a:ext cx="3726000" cy="3602037"/>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11"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Tree>
    <p:extLst>
      <p:ext uri="{BB962C8B-B14F-4D97-AF65-F5344CB8AC3E}">
        <p14:creationId xmlns:p14="http://schemas.microsoft.com/office/powerpoint/2010/main" val="23367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Picture_Left_4_Text_Boxes_Right">
    <p:spTree>
      <p:nvGrpSpPr>
        <p:cNvPr id="1" name=""/>
        <p:cNvGrpSpPr/>
        <p:nvPr/>
      </p:nvGrpSpPr>
      <p:grpSpPr>
        <a:xfrm>
          <a:off x="0" y="0"/>
          <a:ext cx="0" cy="0"/>
          <a:chOff x="0" y="0"/>
          <a:chExt cx="0" cy="0"/>
        </a:xfrm>
      </p:grpSpPr>
      <p:sp>
        <p:nvSpPr>
          <p:cNvPr id="15" name="Bildplatzhalter 5"/>
          <p:cNvSpPr>
            <a:spLocks noGrp="1"/>
          </p:cNvSpPr>
          <p:nvPr>
            <p:ph type="pic" sz="quarter" idx="18" hasCustomPrompt="1"/>
          </p:nvPr>
        </p:nvSpPr>
        <p:spPr>
          <a:xfrm>
            <a:off x="0" y="0"/>
            <a:ext cx="3870325" cy="6858000"/>
          </a:xfrm>
          <a:pattFill prst="pct5">
            <a:fgClr>
              <a:schemeClr val="accent1"/>
            </a:fgClr>
            <a:bgClr>
              <a:schemeClr val="bg1"/>
            </a:bgClr>
          </a:pattFill>
        </p:spPr>
        <p:txBody>
          <a:bodyPr lIns="0" anchor="ctr"/>
          <a:lstStyle>
            <a:lvl1pPr algn="ctr">
              <a:defRPr sz="3600"/>
            </a:lvl1pPr>
          </a:lstStyle>
          <a:p>
            <a:r>
              <a:rPr lang="en-US" dirty="0"/>
              <a:t>Picture</a:t>
            </a:r>
          </a:p>
        </p:txBody>
      </p:sp>
      <p:sp>
        <p:nvSpPr>
          <p:cNvPr id="2" name="Titel 1"/>
          <p:cNvSpPr>
            <a:spLocks noGrp="1"/>
          </p:cNvSpPr>
          <p:nvPr>
            <p:ph type="title" hasCustomPrompt="1"/>
          </p:nvPr>
        </p:nvSpPr>
        <p:spPr>
          <a:xfrm>
            <a:off x="4161000" y="855047"/>
            <a:ext cx="7749352" cy="988500"/>
          </a:xfrm>
        </p:spPr>
        <p:txBody>
          <a:bodyPr/>
          <a:lstStyle>
            <a:lvl1pPr>
              <a:defRPr sz="2400"/>
            </a:lvl1pPr>
          </a:lstStyle>
          <a:p>
            <a:r>
              <a:rPr lang="en-US" dirty="0"/>
              <a:t>Title, 24pt, bold,</a:t>
            </a:r>
            <a:br>
              <a:rPr lang="en-US" dirty="0"/>
            </a:br>
            <a:r>
              <a:rPr lang="en-US" dirty="0"/>
              <a:t>max. 2 lines</a:t>
            </a:r>
          </a:p>
        </p:txBody>
      </p:sp>
      <p:sp>
        <p:nvSpPr>
          <p:cNvPr id="4" name="Foliennummernplatzhalter 3"/>
          <p:cNvSpPr>
            <a:spLocks noGrp="1"/>
          </p:cNvSpPr>
          <p:nvPr>
            <p:ph type="sldNum" sz="quarter" idx="11"/>
          </p:nvPr>
        </p:nvSpPr>
        <p:spPr/>
        <p:txBody>
          <a:bodyPr/>
          <a:lstStyle>
            <a:lvl1pPr>
              <a:defRPr>
                <a:solidFill>
                  <a:schemeClr val="tx1"/>
                </a:solidFill>
              </a:defRPr>
            </a:lvl1pPr>
          </a:lstStyle>
          <a:p>
            <a:fld id="{64EFF315-FA4E-4084-ACCF-A94C350B883E}" type="slidenum">
              <a:rPr lang="en-US" smtClean="0"/>
              <a:pPr/>
              <a:t>‹#›</a:t>
            </a:fld>
            <a:endParaRPr lang="en-US" dirty="0"/>
          </a:p>
        </p:txBody>
      </p:sp>
      <p:sp>
        <p:nvSpPr>
          <p:cNvPr id="8" name="Textplatzhalter 7"/>
          <p:cNvSpPr>
            <a:spLocks noGrp="1"/>
          </p:cNvSpPr>
          <p:nvPr>
            <p:ph type="body" sz="quarter" idx="13" hasCustomPrompt="1"/>
          </p:nvPr>
        </p:nvSpPr>
        <p:spPr>
          <a:xfrm>
            <a:off x="4161000" y="2406650"/>
            <a:ext cx="3726000" cy="1656000"/>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14" name="Textplatzhalter 4"/>
          <p:cNvSpPr>
            <a:spLocks noGrp="1"/>
          </p:cNvSpPr>
          <p:nvPr>
            <p:ph type="body" sz="quarter" idx="14" hasCustomPrompt="1"/>
          </p:nvPr>
        </p:nvSpPr>
        <p:spPr>
          <a:xfrm>
            <a:off x="982663" y="296545"/>
            <a:ext cx="10922000" cy="371475"/>
          </a:xfrm>
        </p:spPr>
        <p:txBody>
          <a:bodyPr/>
          <a:lstStyle>
            <a:lvl1pPr>
              <a:defRPr>
                <a:solidFill>
                  <a:schemeClr val="bg1"/>
                </a:solidFill>
              </a:defRPr>
            </a:lvl1pPr>
          </a:lstStyle>
          <a:p>
            <a:pPr lvl="0"/>
            <a:r>
              <a:rPr lang="en-US" dirty="0"/>
              <a:t>Chapter title</a:t>
            </a:r>
          </a:p>
        </p:txBody>
      </p:sp>
      <p:sp>
        <p:nvSpPr>
          <p:cNvPr id="16" name="Textplatzhalter 7"/>
          <p:cNvSpPr>
            <a:spLocks noGrp="1"/>
          </p:cNvSpPr>
          <p:nvPr>
            <p:ph type="body" sz="quarter" idx="15" hasCustomPrompt="1"/>
          </p:nvPr>
        </p:nvSpPr>
        <p:spPr>
          <a:xfrm>
            <a:off x="8184352" y="2406650"/>
            <a:ext cx="3726000" cy="1656000"/>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12" name="Textplatzhalter 7"/>
          <p:cNvSpPr>
            <a:spLocks noGrp="1"/>
          </p:cNvSpPr>
          <p:nvPr>
            <p:ph type="body" sz="quarter" idx="16" hasCustomPrompt="1"/>
          </p:nvPr>
        </p:nvSpPr>
        <p:spPr>
          <a:xfrm>
            <a:off x="4161000" y="4349513"/>
            <a:ext cx="3726000" cy="1656000"/>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13" name="Textplatzhalter 7"/>
          <p:cNvSpPr>
            <a:spLocks noGrp="1"/>
          </p:cNvSpPr>
          <p:nvPr>
            <p:ph type="body" sz="quarter" idx="17" hasCustomPrompt="1"/>
          </p:nvPr>
        </p:nvSpPr>
        <p:spPr>
          <a:xfrm>
            <a:off x="8184352" y="4349513"/>
            <a:ext cx="3726000" cy="1656000"/>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17"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Tree>
    <p:extLst>
      <p:ext uri="{BB962C8B-B14F-4D97-AF65-F5344CB8AC3E}">
        <p14:creationId xmlns:p14="http://schemas.microsoft.com/office/powerpoint/2010/main" val="3438865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_Conclusion">
    <p:spTree>
      <p:nvGrpSpPr>
        <p:cNvPr id="1" name=""/>
        <p:cNvGrpSpPr/>
        <p:nvPr/>
      </p:nvGrpSpPr>
      <p:grpSpPr>
        <a:xfrm>
          <a:off x="0" y="0"/>
          <a:ext cx="0" cy="0"/>
          <a:chOff x="0" y="0"/>
          <a:chExt cx="0" cy="0"/>
        </a:xfrm>
      </p:grpSpPr>
      <p:sp>
        <p:nvSpPr>
          <p:cNvPr id="5" name="Rechteck 4"/>
          <p:cNvSpPr/>
          <p:nvPr userDrawn="1"/>
        </p:nvSpPr>
        <p:spPr bwMode="ltGray">
          <a:xfrm>
            <a:off x="6874800" y="0"/>
            <a:ext cx="5317200" cy="6858000"/>
          </a:xfrm>
          <a:prstGeom prst="rect">
            <a:avLst/>
          </a:prstGeom>
          <a:solidFill>
            <a:srgbClr val="512E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dirty="0"/>
          </a:p>
        </p:txBody>
      </p:sp>
      <p:sp>
        <p:nvSpPr>
          <p:cNvPr id="2" name="Titel 1"/>
          <p:cNvSpPr>
            <a:spLocks noGrp="1"/>
          </p:cNvSpPr>
          <p:nvPr>
            <p:ph type="title" hasCustomPrompt="1"/>
          </p:nvPr>
        </p:nvSpPr>
        <p:spPr>
          <a:xfrm>
            <a:off x="989014" y="883270"/>
            <a:ext cx="5317200" cy="988500"/>
          </a:xfrm>
        </p:spPr>
        <p:txBody>
          <a:bodyPr/>
          <a:lstStyle>
            <a:lvl1pPr>
              <a:defRPr sz="2400"/>
            </a:lvl1pPr>
          </a:lstStyle>
          <a:p>
            <a:r>
              <a:rPr lang="en-US" dirty="0"/>
              <a:t>Title, 24pt, bold,</a:t>
            </a:r>
            <a:br>
              <a:rPr lang="en-US" dirty="0"/>
            </a:br>
            <a:r>
              <a:rPr lang="en-US" dirty="0"/>
              <a:t>max. 2 lines</a:t>
            </a:r>
          </a:p>
        </p:txBody>
      </p:sp>
      <p:sp>
        <p:nvSpPr>
          <p:cNvPr id="4" name="Foliennummernplatzhalter 3"/>
          <p:cNvSpPr>
            <a:spLocks noGrp="1"/>
          </p:cNvSpPr>
          <p:nvPr>
            <p:ph type="sldNum" sz="quarter" idx="11"/>
          </p:nvPr>
        </p:nvSpPr>
        <p:spPr/>
        <p:txBody>
          <a:bodyPr/>
          <a:lstStyle>
            <a:lvl1pPr>
              <a:defRPr>
                <a:solidFill>
                  <a:schemeClr val="tx1"/>
                </a:solidFill>
              </a:defRPr>
            </a:lvl1pPr>
          </a:lstStyle>
          <a:p>
            <a:fld id="{64EFF315-FA4E-4084-ACCF-A94C350B883E}" type="slidenum">
              <a:rPr lang="en-US" smtClean="0"/>
              <a:pPr/>
              <a:t>‹#›</a:t>
            </a:fld>
            <a:endParaRPr lang="en-US" dirty="0"/>
          </a:p>
        </p:txBody>
      </p:sp>
      <p:sp>
        <p:nvSpPr>
          <p:cNvPr id="8" name="Textplatzhalter 7"/>
          <p:cNvSpPr>
            <a:spLocks noGrp="1"/>
          </p:cNvSpPr>
          <p:nvPr>
            <p:ph type="body" sz="quarter" idx="13" hasCustomPrompt="1"/>
          </p:nvPr>
        </p:nvSpPr>
        <p:spPr>
          <a:xfrm>
            <a:off x="989013" y="2262958"/>
            <a:ext cx="5317200" cy="1656000"/>
          </a:xfrm>
        </p:spPr>
        <p:txBody>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14" name="Textplatzhalter 4"/>
          <p:cNvSpPr>
            <a:spLocks noGrp="1"/>
          </p:cNvSpPr>
          <p:nvPr>
            <p:ph type="body" sz="quarter" idx="14" hasCustomPrompt="1"/>
          </p:nvPr>
        </p:nvSpPr>
        <p:spPr>
          <a:xfrm>
            <a:off x="982663" y="296545"/>
            <a:ext cx="10922000" cy="371475"/>
          </a:xfrm>
        </p:spPr>
        <p:txBody>
          <a:bodyPr/>
          <a:lstStyle>
            <a:lvl1pPr>
              <a:defRPr>
                <a:solidFill>
                  <a:schemeClr val="accent1"/>
                </a:solidFill>
              </a:defRPr>
            </a:lvl1pPr>
          </a:lstStyle>
          <a:p>
            <a:pPr lvl="0"/>
            <a:r>
              <a:rPr lang="en-US" dirty="0"/>
              <a:t>Chapter title</a:t>
            </a:r>
          </a:p>
        </p:txBody>
      </p:sp>
      <p:sp>
        <p:nvSpPr>
          <p:cNvPr id="17" name="Textplatzhalter 7"/>
          <p:cNvSpPr>
            <a:spLocks noGrp="1"/>
          </p:cNvSpPr>
          <p:nvPr>
            <p:ph type="body" sz="quarter" idx="15" hasCustomPrompt="1"/>
          </p:nvPr>
        </p:nvSpPr>
        <p:spPr bwMode="ltGray">
          <a:xfrm>
            <a:off x="7400925" y="2262958"/>
            <a:ext cx="4503738" cy="1656000"/>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10"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pic>
        <p:nvPicPr>
          <p:cNvPr id="12" name="Picture 2">
            <a:extLst>
              <a:ext uri="{FF2B5EF4-FFF2-40B4-BE49-F238E27FC236}">
                <a16:creationId xmlns:a16="http://schemas.microsoft.com/office/drawing/2014/main" id="{FD99E03F-33C2-4F9A-97EB-0FEA46149CF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21094" y="-92364"/>
            <a:ext cx="1497739" cy="749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3128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_Quote">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29D1A97-4450-4012-9ADB-C3F6F5FF22B5}"/>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15" name="Picture 14" descr="Mountain reflected in lake">
            <a:extLst>
              <a:ext uri="{FF2B5EF4-FFF2-40B4-BE49-F238E27FC236}">
                <a16:creationId xmlns:a16="http://schemas.microsoft.com/office/drawing/2014/main" id="{3329C5DF-E9EB-4954-81F6-2885658A7065}"/>
              </a:ext>
            </a:extLst>
          </p:cNvPr>
          <p:cNvPicPr>
            <a:picLocks noChangeAspect="1"/>
          </p:cNvPicPr>
          <p:nvPr userDrawn="1"/>
        </p:nvPicPr>
        <p:blipFill rotWithShape="1">
          <a:blip r:embed="rId2">
            <a:duotone>
              <a:schemeClr val="accent6">
                <a:shade val="45000"/>
                <a:satMod val="135000"/>
              </a:schemeClr>
              <a:prstClr val="white"/>
            </a:duotone>
          </a:blip>
          <a:srcRect r="7470" b="-1"/>
          <a:stretch/>
        </p:blipFill>
        <p:spPr>
          <a:xfrm>
            <a:off x="2685472" y="10"/>
            <a:ext cx="9506528" cy="6857990"/>
          </a:xfrm>
          <a:custGeom>
            <a:avLst/>
            <a:gdLst/>
            <a:ahLst/>
            <a:cxnLst/>
            <a:rect l="l" t="t" r="r" b="b"/>
            <a:pathLst>
              <a:path w="9506528" h="6858000">
                <a:moveTo>
                  <a:pt x="6427633" y="0"/>
                </a:moveTo>
                <a:lnTo>
                  <a:pt x="9506528" y="0"/>
                </a:lnTo>
                <a:lnTo>
                  <a:pt x="9506528" y="1557082"/>
                </a:lnTo>
                <a:lnTo>
                  <a:pt x="4860617" y="6858000"/>
                </a:lnTo>
                <a:lnTo>
                  <a:pt x="417041" y="6858000"/>
                </a:lnTo>
                <a:close/>
                <a:moveTo>
                  <a:pt x="0" y="0"/>
                </a:moveTo>
                <a:lnTo>
                  <a:pt x="6427633" y="0"/>
                </a:lnTo>
                <a:lnTo>
                  <a:pt x="0" y="1"/>
                </a:lnTo>
                <a:close/>
              </a:path>
            </a:pathLst>
          </a:custGeom>
        </p:spPr>
      </p:pic>
      <p:sp>
        <p:nvSpPr>
          <p:cNvPr id="2" name="Titel 1"/>
          <p:cNvSpPr>
            <a:spLocks noGrp="1"/>
          </p:cNvSpPr>
          <p:nvPr>
            <p:ph type="title" hasCustomPrompt="1"/>
          </p:nvPr>
        </p:nvSpPr>
        <p:spPr>
          <a:xfrm>
            <a:off x="2948941" y="1918496"/>
            <a:ext cx="6294119" cy="2623024"/>
          </a:xfrm>
        </p:spPr>
        <p:txBody>
          <a:bodyPr anchor="ctr"/>
          <a:lstStyle>
            <a:lvl1pPr algn="ctr">
              <a:defRPr sz="4200" baseline="0">
                <a:solidFill>
                  <a:schemeClr val="tx1"/>
                </a:solidFill>
              </a:defRPr>
            </a:lvl1pPr>
          </a:lstStyle>
          <a:p>
            <a:r>
              <a:rPr lang="en-US" dirty="0"/>
              <a:t>Quote, 42pt, bold</a:t>
            </a:r>
          </a:p>
        </p:txBody>
      </p:sp>
      <p:sp>
        <p:nvSpPr>
          <p:cNvPr id="4" name="Foliennummernplatzhalter 3"/>
          <p:cNvSpPr>
            <a:spLocks noGrp="1"/>
          </p:cNvSpPr>
          <p:nvPr>
            <p:ph type="sldNum" sz="quarter" idx="11"/>
          </p:nvPr>
        </p:nvSpPr>
        <p:spPr/>
        <p:txBody>
          <a:bodyPr/>
          <a:lstStyle>
            <a:lvl1pPr>
              <a:defRPr>
                <a:solidFill>
                  <a:schemeClr val="tx1"/>
                </a:solidFill>
              </a:defRPr>
            </a:lvl1pPr>
          </a:lstStyle>
          <a:p>
            <a:fld id="{64EFF315-FA4E-4084-ACCF-A94C350B883E}" type="slidenum">
              <a:rPr lang="en-US" smtClean="0"/>
              <a:pPr/>
              <a:t>‹#›</a:t>
            </a:fld>
            <a:endParaRPr lang="en-US" dirty="0"/>
          </a:p>
        </p:txBody>
      </p:sp>
      <p:sp>
        <p:nvSpPr>
          <p:cNvPr id="7" name="Untertitel 2"/>
          <p:cNvSpPr>
            <a:spLocks noGrp="1"/>
          </p:cNvSpPr>
          <p:nvPr>
            <p:ph type="subTitle" idx="1" hasCustomPrompt="1"/>
          </p:nvPr>
        </p:nvSpPr>
        <p:spPr>
          <a:xfrm>
            <a:off x="2948940" y="4676395"/>
            <a:ext cx="6294120" cy="607985"/>
          </a:xfrm>
        </p:spPr>
        <p:txBody>
          <a:bodyPr/>
          <a:lstStyle>
            <a:lvl1pPr marL="0" indent="0" algn="ctr">
              <a:buNone/>
              <a:defRPr sz="15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 15pt, bold, capital letters</a:t>
            </a:r>
          </a:p>
        </p:txBody>
      </p:sp>
      <p:sp>
        <p:nvSpPr>
          <p:cNvPr id="8" name="Textplatzhalter 4"/>
          <p:cNvSpPr>
            <a:spLocks noGrp="1"/>
          </p:cNvSpPr>
          <p:nvPr>
            <p:ph type="body" sz="quarter" idx="12" hasCustomPrompt="1"/>
          </p:nvPr>
        </p:nvSpPr>
        <p:spPr>
          <a:xfrm>
            <a:off x="982663" y="296545"/>
            <a:ext cx="10922000" cy="371475"/>
          </a:xfrm>
        </p:spPr>
        <p:txBody>
          <a:bodyPr/>
          <a:lstStyle>
            <a:lvl1pPr>
              <a:defRPr>
                <a:solidFill>
                  <a:schemeClr val="tx1"/>
                </a:solidFill>
              </a:defRPr>
            </a:lvl1pPr>
          </a:lstStyle>
          <a:p>
            <a:pPr lvl="0"/>
            <a:r>
              <a:rPr lang="en-US" dirty="0"/>
              <a:t>Chapter title</a:t>
            </a:r>
          </a:p>
        </p:txBody>
      </p:sp>
      <p:sp>
        <p:nvSpPr>
          <p:cNvPr id="12"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Tree>
    <p:extLst>
      <p:ext uri="{BB962C8B-B14F-4D97-AF65-F5344CB8AC3E}">
        <p14:creationId xmlns:p14="http://schemas.microsoft.com/office/powerpoint/2010/main" val="25786607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_Statemen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C6F2BA4-369F-470F-8C65-3E1CEB7A185C}"/>
              </a:ext>
            </a:extLst>
          </p:cNvPr>
          <p:cNvSpPr/>
          <p:nvPr userDrawn="1"/>
        </p:nvSpPr>
        <p:spPr>
          <a:xfrm>
            <a:off x="0" y="0"/>
            <a:ext cx="12192000" cy="6858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15" name="Picture 14" descr="Mountain reflected in lake">
            <a:extLst>
              <a:ext uri="{FF2B5EF4-FFF2-40B4-BE49-F238E27FC236}">
                <a16:creationId xmlns:a16="http://schemas.microsoft.com/office/drawing/2014/main" id="{44005239-5E35-40FA-AD97-25E05F3D8C70}"/>
              </a:ext>
            </a:extLst>
          </p:cNvPr>
          <p:cNvPicPr>
            <a:picLocks noChangeAspect="1"/>
          </p:cNvPicPr>
          <p:nvPr userDrawn="1"/>
        </p:nvPicPr>
        <p:blipFill rotWithShape="1">
          <a:blip r:embed="rId2">
            <a:duotone>
              <a:prstClr val="black"/>
              <a:schemeClr val="accent1">
                <a:tint val="45000"/>
                <a:satMod val="400000"/>
              </a:schemeClr>
            </a:duotone>
          </a:blip>
          <a:srcRect r="7470" b="-1"/>
          <a:stretch/>
        </p:blipFill>
        <p:spPr>
          <a:xfrm>
            <a:off x="2685472" y="10"/>
            <a:ext cx="9506528" cy="6857990"/>
          </a:xfrm>
          <a:custGeom>
            <a:avLst/>
            <a:gdLst/>
            <a:ahLst/>
            <a:cxnLst/>
            <a:rect l="l" t="t" r="r" b="b"/>
            <a:pathLst>
              <a:path w="9506528" h="6858000">
                <a:moveTo>
                  <a:pt x="6427633" y="0"/>
                </a:moveTo>
                <a:lnTo>
                  <a:pt x="9506528" y="0"/>
                </a:lnTo>
                <a:lnTo>
                  <a:pt x="9506528" y="1557082"/>
                </a:lnTo>
                <a:lnTo>
                  <a:pt x="4860617" y="6858000"/>
                </a:lnTo>
                <a:lnTo>
                  <a:pt x="417041" y="6858000"/>
                </a:lnTo>
                <a:close/>
                <a:moveTo>
                  <a:pt x="0" y="0"/>
                </a:moveTo>
                <a:lnTo>
                  <a:pt x="6427633" y="0"/>
                </a:lnTo>
                <a:lnTo>
                  <a:pt x="0" y="1"/>
                </a:lnTo>
                <a:close/>
              </a:path>
            </a:pathLst>
          </a:custGeom>
          <a:solidFill>
            <a:srgbClr val="92D050"/>
          </a:solidFill>
        </p:spPr>
      </p:pic>
      <p:sp>
        <p:nvSpPr>
          <p:cNvPr id="2" name="Titel 1"/>
          <p:cNvSpPr>
            <a:spLocks noGrp="1"/>
          </p:cNvSpPr>
          <p:nvPr>
            <p:ph type="title" hasCustomPrompt="1"/>
          </p:nvPr>
        </p:nvSpPr>
        <p:spPr>
          <a:xfrm>
            <a:off x="2948941" y="2346960"/>
            <a:ext cx="6294119" cy="824467"/>
          </a:xfrm>
        </p:spPr>
        <p:txBody>
          <a:bodyPr anchor="b"/>
          <a:lstStyle>
            <a:lvl1pPr algn="ctr">
              <a:defRPr sz="2400" baseline="0">
                <a:solidFill>
                  <a:schemeClr val="tx1"/>
                </a:solidFill>
              </a:defRPr>
            </a:lvl1pPr>
          </a:lstStyle>
          <a:p>
            <a:r>
              <a:rPr lang="en-US" dirty="0"/>
              <a:t>Statement, 24pt, bold</a:t>
            </a:r>
          </a:p>
        </p:txBody>
      </p:sp>
      <p:sp>
        <p:nvSpPr>
          <p:cNvPr id="4" name="Foliennummernplatzhalter 3"/>
          <p:cNvSpPr>
            <a:spLocks noGrp="1"/>
          </p:cNvSpPr>
          <p:nvPr>
            <p:ph type="sldNum" sz="quarter" idx="11"/>
          </p:nvPr>
        </p:nvSpPr>
        <p:spPr/>
        <p:txBody>
          <a:bodyPr/>
          <a:lstStyle>
            <a:lvl1pPr>
              <a:defRPr>
                <a:solidFill>
                  <a:schemeClr val="tx1"/>
                </a:solidFill>
              </a:defRPr>
            </a:lvl1pPr>
          </a:lstStyle>
          <a:p>
            <a:fld id="{64EFF315-FA4E-4084-ACCF-A94C350B883E}" type="slidenum">
              <a:rPr lang="en-US" smtClean="0"/>
              <a:pPr/>
              <a:t>‹#›</a:t>
            </a:fld>
            <a:endParaRPr lang="en-US" dirty="0"/>
          </a:p>
        </p:txBody>
      </p:sp>
      <p:sp>
        <p:nvSpPr>
          <p:cNvPr id="8" name="Textplatzhalter 4"/>
          <p:cNvSpPr>
            <a:spLocks noGrp="1"/>
          </p:cNvSpPr>
          <p:nvPr>
            <p:ph type="body" sz="quarter" idx="12" hasCustomPrompt="1"/>
          </p:nvPr>
        </p:nvSpPr>
        <p:spPr>
          <a:xfrm>
            <a:off x="982663" y="296545"/>
            <a:ext cx="10922000" cy="371475"/>
          </a:xfrm>
        </p:spPr>
        <p:txBody>
          <a:bodyPr/>
          <a:lstStyle>
            <a:lvl1pPr>
              <a:defRPr>
                <a:solidFill>
                  <a:schemeClr val="tx1"/>
                </a:solidFill>
              </a:defRPr>
            </a:lvl1pPr>
          </a:lstStyle>
          <a:p>
            <a:pPr lvl="0"/>
            <a:r>
              <a:rPr lang="en-US" dirty="0"/>
              <a:t>Chapter title</a:t>
            </a:r>
          </a:p>
        </p:txBody>
      </p:sp>
      <p:sp>
        <p:nvSpPr>
          <p:cNvPr id="13"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defRPr>
            </a:lvl1pPr>
          </a:lstStyle>
          <a:p>
            <a:r>
              <a:rPr lang="en-US"/>
              <a:t>ORM |  © SmartCliff  |  Internal  |  Version 1.0  </a:t>
            </a:r>
            <a:endParaRPr lang="en-US" dirty="0"/>
          </a:p>
        </p:txBody>
      </p:sp>
      <p:sp>
        <p:nvSpPr>
          <p:cNvPr id="7" name="Textplatzhalter 6">
            <a:extLst>
              <a:ext uri="{FF2B5EF4-FFF2-40B4-BE49-F238E27FC236}">
                <a16:creationId xmlns:a16="http://schemas.microsoft.com/office/drawing/2014/main" id="{E6542259-5C42-4B5C-8BFE-C3D877E21CBC}"/>
              </a:ext>
            </a:extLst>
          </p:cNvPr>
          <p:cNvSpPr>
            <a:spLocks noGrp="1"/>
          </p:cNvSpPr>
          <p:nvPr>
            <p:ph type="body" sz="quarter" idx="14" hasCustomPrompt="1"/>
          </p:nvPr>
        </p:nvSpPr>
        <p:spPr>
          <a:xfrm>
            <a:off x="2949575" y="3307080"/>
            <a:ext cx="6292850" cy="1204912"/>
          </a:xfrm>
        </p:spPr>
        <p:txBody>
          <a:bodyPr/>
          <a:lstStyle>
            <a:lvl1pPr algn="ctr">
              <a:defRPr sz="1100" b="0">
                <a:solidFill>
                  <a:schemeClr val="tx1"/>
                </a:solidFill>
              </a:defRPr>
            </a:lvl1pPr>
            <a:lvl2pPr algn="ctr">
              <a:defRPr sz="1100" b="0">
                <a:solidFill>
                  <a:schemeClr val="bg1"/>
                </a:solidFill>
              </a:defRPr>
            </a:lvl2pPr>
            <a:lvl3pPr algn="ctr">
              <a:defRPr sz="1100" b="0">
                <a:solidFill>
                  <a:schemeClr val="bg1"/>
                </a:solidFill>
              </a:defRPr>
            </a:lvl3pPr>
            <a:lvl4pPr algn="ctr">
              <a:defRPr sz="1100" b="0">
                <a:solidFill>
                  <a:schemeClr val="bg1"/>
                </a:solidFill>
              </a:defRPr>
            </a:lvl4pPr>
            <a:lvl5pPr algn="ctr">
              <a:defRPr sz="1100" b="0">
                <a:solidFill>
                  <a:schemeClr val="bg1"/>
                </a:solidFill>
              </a:defRPr>
            </a:lvl5pPr>
          </a:lstStyle>
          <a:p>
            <a:pPr lvl="0"/>
            <a:r>
              <a:rPr lang="en-GB" noProof="0" dirty="0"/>
              <a:t>Flowing text level, 11 </a:t>
            </a:r>
            <a:r>
              <a:rPr lang="en-GB" noProof="0" dirty="0" err="1"/>
              <a:t>pt</a:t>
            </a:r>
            <a:endParaRPr lang="en-GB" noProof="0" dirty="0"/>
          </a:p>
        </p:txBody>
      </p:sp>
    </p:spTree>
    <p:extLst>
      <p:ext uri="{BB962C8B-B14F-4D97-AF65-F5344CB8AC3E}">
        <p14:creationId xmlns:p14="http://schemas.microsoft.com/office/powerpoint/2010/main" val="38512478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ndslide_Black">
    <p:bg>
      <p:bgPr>
        <a:solidFill>
          <a:schemeClr val="bg1"/>
        </a:solidFill>
        <a:effectLst/>
      </p:bgPr>
    </p:bg>
    <p:spTree>
      <p:nvGrpSpPr>
        <p:cNvPr id="1" name=""/>
        <p:cNvGrpSpPr/>
        <p:nvPr/>
      </p:nvGrpSpPr>
      <p:grpSpPr>
        <a:xfrm>
          <a:off x="0" y="0"/>
          <a:ext cx="0" cy="0"/>
          <a:chOff x="0" y="0"/>
          <a:chExt cx="0" cy="0"/>
        </a:xfrm>
      </p:grpSpPr>
      <p:pic>
        <p:nvPicPr>
          <p:cNvPr id="8" name="Picture 7" descr="Mountain reflected in lake">
            <a:extLst>
              <a:ext uri="{FF2B5EF4-FFF2-40B4-BE49-F238E27FC236}">
                <a16:creationId xmlns:a16="http://schemas.microsoft.com/office/drawing/2014/main" id="{E1E14815-AC8D-4269-8F40-0BCDA23ED9D1}"/>
              </a:ext>
            </a:extLst>
          </p:cNvPr>
          <p:cNvPicPr>
            <a:picLocks noChangeAspect="1"/>
          </p:cNvPicPr>
          <p:nvPr userDrawn="1"/>
        </p:nvPicPr>
        <p:blipFill rotWithShape="1">
          <a:blip r:embed="rId2"/>
          <a:srcRect r="7470" b="-1"/>
          <a:stretch/>
        </p:blipFill>
        <p:spPr>
          <a:xfrm>
            <a:off x="2685472" y="10"/>
            <a:ext cx="9506528" cy="6857990"/>
          </a:xfrm>
          <a:custGeom>
            <a:avLst/>
            <a:gdLst/>
            <a:ahLst/>
            <a:cxnLst/>
            <a:rect l="l" t="t" r="r" b="b"/>
            <a:pathLst>
              <a:path w="9506528" h="6858000">
                <a:moveTo>
                  <a:pt x="6427633" y="0"/>
                </a:moveTo>
                <a:lnTo>
                  <a:pt x="9506528" y="0"/>
                </a:lnTo>
                <a:lnTo>
                  <a:pt x="9506528" y="1557082"/>
                </a:lnTo>
                <a:lnTo>
                  <a:pt x="4860617" y="6858000"/>
                </a:lnTo>
                <a:lnTo>
                  <a:pt x="417041" y="6858000"/>
                </a:lnTo>
                <a:close/>
                <a:moveTo>
                  <a:pt x="0" y="0"/>
                </a:moveTo>
                <a:lnTo>
                  <a:pt x="6427633" y="0"/>
                </a:lnTo>
                <a:lnTo>
                  <a:pt x="0" y="1"/>
                </a:lnTo>
                <a:close/>
              </a:path>
            </a:pathLst>
          </a:custGeom>
        </p:spPr>
      </p:pic>
    </p:spTree>
    <p:extLst>
      <p:ext uri="{BB962C8B-B14F-4D97-AF65-F5344CB8AC3E}">
        <p14:creationId xmlns:p14="http://schemas.microsoft.com/office/powerpoint/2010/main" val="8355117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Endslide_White">
    <p:bg>
      <p:bgPr>
        <a:solidFill>
          <a:schemeClr val="bg1"/>
        </a:solidFill>
        <a:effectLst/>
      </p:bgPr>
    </p:bg>
    <p:spTree>
      <p:nvGrpSpPr>
        <p:cNvPr id="1" name=""/>
        <p:cNvGrpSpPr/>
        <p:nvPr/>
      </p:nvGrpSpPr>
      <p:grpSpPr>
        <a:xfrm>
          <a:off x="0" y="0"/>
          <a:ext cx="0" cy="0"/>
          <a:chOff x="0" y="0"/>
          <a:chExt cx="0" cy="0"/>
        </a:xfrm>
      </p:grpSpPr>
      <p:pic>
        <p:nvPicPr>
          <p:cNvPr id="6" name="Picture 5" descr="Mountain reflected in lake">
            <a:extLst>
              <a:ext uri="{FF2B5EF4-FFF2-40B4-BE49-F238E27FC236}">
                <a16:creationId xmlns:a16="http://schemas.microsoft.com/office/drawing/2014/main" id="{8F284E6E-3CE6-4C6C-9FB7-E3EC8AC5A2AD}"/>
              </a:ext>
            </a:extLst>
          </p:cNvPr>
          <p:cNvPicPr>
            <a:picLocks noChangeAspect="1"/>
          </p:cNvPicPr>
          <p:nvPr userDrawn="1"/>
        </p:nvPicPr>
        <p:blipFill rotWithShape="1">
          <a:blip r:embed="rId2">
            <a:alphaModFix/>
            <a:duotone>
              <a:prstClr val="black"/>
              <a:schemeClr val="accent1">
                <a:tint val="45000"/>
                <a:satMod val="400000"/>
              </a:schemeClr>
            </a:duotone>
          </a:blip>
          <a:srcRect t="4681" r="-2" b="11077"/>
          <a:stretch/>
        </p:blipFill>
        <p:spPr>
          <a:xfrm>
            <a:off x="7711" y="6707"/>
            <a:ext cx="12184289" cy="6851293"/>
          </a:xfrm>
          <a:prstGeom prst="rect">
            <a:avLst/>
          </a:prstGeom>
        </p:spPr>
      </p:pic>
      <p:sp>
        <p:nvSpPr>
          <p:cNvPr id="9" name="TextBox 8">
            <a:extLst>
              <a:ext uri="{FF2B5EF4-FFF2-40B4-BE49-F238E27FC236}">
                <a16:creationId xmlns:a16="http://schemas.microsoft.com/office/drawing/2014/main" id="{2CB44CE7-0934-4B49-92BB-4823E62E559C}"/>
              </a:ext>
            </a:extLst>
          </p:cNvPr>
          <p:cNvSpPr txBox="1"/>
          <p:nvPr userDrawn="1"/>
        </p:nvSpPr>
        <p:spPr>
          <a:xfrm>
            <a:off x="2668100" y="630517"/>
            <a:ext cx="6836031" cy="769441"/>
          </a:xfrm>
          <a:prstGeom prst="rect">
            <a:avLst/>
          </a:prstGeom>
          <a:noFill/>
        </p:spPr>
        <p:txBody>
          <a:bodyPr wrap="square" rtlCol="0">
            <a:spAutoFit/>
          </a:bodyPr>
          <a:lstStyle/>
          <a:p>
            <a:pPr algn="ctr"/>
            <a:r>
              <a:rPr lang="en-US" sz="4400" cap="all" dirty="0">
                <a:solidFill>
                  <a:schemeClr val="bg1"/>
                </a:solidFill>
                <a:latin typeface="Segoe UI" panose="020B0502040204020203" pitchFamily="34" charset="0"/>
                <a:cs typeface="Segoe UI" panose="020B0502040204020203" pitchFamily="34" charset="0"/>
              </a:rPr>
              <a:t>THANK YOU</a:t>
            </a:r>
            <a:endParaRPr lang="en-US" sz="4400" dirty="0">
              <a:solidFill>
                <a:schemeClr val="bg1"/>
              </a:solidFill>
              <a:latin typeface="Segoe UI" panose="020B0502040204020203" pitchFamily="34" charset="0"/>
              <a:cs typeface="Segoe UI" panose="020B0502040204020203" pitchFamily="34" charset="0"/>
            </a:endParaRPr>
          </a:p>
        </p:txBody>
      </p:sp>
      <p:sp>
        <p:nvSpPr>
          <p:cNvPr id="10" name="Rectangle 9">
            <a:extLst>
              <a:ext uri="{FF2B5EF4-FFF2-40B4-BE49-F238E27FC236}">
                <a16:creationId xmlns:a16="http://schemas.microsoft.com/office/drawing/2014/main" id="{7CC50FEE-E671-40B7-9057-247823B47C3A}"/>
              </a:ext>
            </a:extLst>
          </p:cNvPr>
          <p:cNvSpPr/>
          <p:nvPr userDrawn="1"/>
        </p:nvSpPr>
        <p:spPr>
          <a:xfrm rot="2700000">
            <a:off x="6316135" y="5352159"/>
            <a:ext cx="230427" cy="230427"/>
          </a:xfrm>
          <a:prstGeom prst="rect">
            <a:avLst/>
          </a:prstGeom>
          <a:solidFill>
            <a:schemeClr val="accent1">
              <a:lumMod val="50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cxnSp>
        <p:nvCxnSpPr>
          <p:cNvPr id="11" name="Straight Connector 10">
            <a:extLst>
              <a:ext uri="{FF2B5EF4-FFF2-40B4-BE49-F238E27FC236}">
                <a16:creationId xmlns:a16="http://schemas.microsoft.com/office/drawing/2014/main" id="{2FA14F09-6EE5-432F-8961-40F18B6CFC0C}"/>
              </a:ext>
            </a:extLst>
          </p:cNvPr>
          <p:cNvCxnSpPr/>
          <p:nvPr userDrawn="1"/>
        </p:nvCxnSpPr>
        <p:spPr>
          <a:xfrm flipH="1">
            <a:off x="4290571" y="5467372"/>
            <a:ext cx="1824221" cy="0"/>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32F4357-38B7-4AAD-889A-3565C0394CED}"/>
              </a:ext>
            </a:extLst>
          </p:cNvPr>
          <p:cNvCxnSpPr/>
          <p:nvPr userDrawn="1"/>
        </p:nvCxnSpPr>
        <p:spPr>
          <a:xfrm flipH="1">
            <a:off x="6767673" y="5467372"/>
            <a:ext cx="1747412" cy="0"/>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pic>
        <p:nvPicPr>
          <p:cNvPr id="14" name="Picture 2">
            <a:extLst>
              <a:ext uri="{FF2B5EF4-FFF2-40B4-BE49-F238E27FC236}">
                <a16:creationId xmlns:a16="http://schemas.microsoft.com/office/drawing/2014/main" id="{2E1CAC5B-B640-4066-B22C-E262E8CEE57E}"/>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519542" y="6111948"/>
            <a:ext cx="1497739" cy="749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8072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50000" decel="5000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18" presetClass="entr" presetSubtype="6"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strips(downRight)">
                                      <p:cBhvr>
                                        <p:cTn id="17" dur="500"/>
                                        <p:tgtEl>
                                          <p:spTgt spid="12"/>
                                        </p:tgtEl>
                                      </p:cBhvr>
                                    </p:animEffect>
                                  </p:childTnLst>
                                </p:cTn>
                              </p:par>
                              <p:par>
                                <p:cTn id="18" presetID="18" presetClass="entr" presetSubtype="12"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strips(downLeft)">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989013" y="680400"/>
            <a:ext cx="10915650" cy="381484"/>
          </a:xfrm>
          <a:prstGeom prst="rect">
            <a:avLst/>
          </a:prstGeom>
        </p:spPr>
        <p:txBody>
          <a:bodyPr vert="horz" lIns="0" tIns="0" rIns="0" bIns="0" rtlCol="0" anchor="t">
            <a:noAutofit/>
          </a:bodyPr>
          <a:lstStyle/>
          <a:p>
            <a:r>
              <a:rPr lang="en-US" dirty="0"/>
              <a:t>Title, 20pt, bold, max. 1 line</a:t>
            </a:r>
          </a:p>
        </p:txBody>
      </p:sp>
      <p:sp>
        <p:nvSpPr>
          <p:cNvPr id="3" name="Textplatzhalter 2"/>
          <p:cNvSpPr>
            <a:spLocks noGrp="1"/>
          </p:cNvSpPr>
          <p:nvPr>
            <p:ph type="body" idx="1"/>
          </p:nvPr>
        </p:nvSpPr>
        <p:spPr>
          <a:xfrm>
            <a:off x="989013" y="1439999"/>
            <a:ext cx="10915650" cy="4581389"/>
          </a:xfrm>
          <a:prstGeom prst="rect">
            <a:avLst/>
          </a:prstGeom>
        </p:spPr>
        <p:txBody>
          <a:bodyPr vert="horz" lIns="0" tIns="0" rIns="0" bIns="0" rtlCol="0">
            <a:noAutofit/>
          </a:bodyPr>
          <a:lstStyle/>
          <a:p>
            <a:pPr lvl="0"/>
            <a:r>
              <a:rPr lang="en-US" noProof="0" dirty="0"/>
              <a:t>Subtitle</a:t>
            </a:r>
          </a:p>
          <a:p>
            <a:pPr lvl="1"/>
            <a:r>
              <a:rPr lang="en-US" noProof="0" dirty="0"/>
              <a:t>Flowing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5" name="Fußzeilenplatzhalter 4"/>
          <p:cNvSpPr>
            <a:spLocks noGrp="1"/>
          </p:cNvSpPr>
          <p:nvPr>
            <p:ph type="ftr" sz="quarter" idx="3"/>
          </p:nvPr>
        </p:nvSpPr>
        <p:spPr>
          <a:xfrm>
            <a:off x="989012" y="6291263"/>
            <a:ext cx="8561387" cy="280987"/>
          </a:xfrm>
          <a:prstGeom prst="rect">
            <a:avLst/>
          </a:prstGeom>
        </p:spPr>
        <p:txBody>
          <a:bodyPr vert="horz" lIns="0" tIns="45720" rIns="91440" bIns="45720" rtlCol="0" anchor="ctr"/>
          <a:lstStyle>
            <a:lvl1pPr algn="l">
              <a:defRPr sz="1000">
                <a:solidFill>
                  <a:schemeClr val="tx1"/>
                </a:solidFill>
                <a:latin typeface="Arial" panose="020B0604020202020204" pitchFamily="34" charset="0"/>
                <a:cs typeface="Arial" panose="020B0604020202020204" pitchFamily="34" charset="0"/>
              </a:defRPr>
            </a:lvl1pPr>
          </a:lstStyle>
          <a:p>
            <a:r>
              <a:rPr lang="en-US" dirty="0"/>
              <a:t>ORM </a:t>
            </a:r>
          </a:p>
        </p:txBody>
      </p:sp>
      <p:sp>
        <p:nvSpPr>
          <p:cNvPr id="6" name="Foliennummernplatzhalter 5"/>
          <p:cNvSpPr>
            <a:spLocks noGrp="1"/>
          </p:cNvSpPr>
          <p:nvPr>
            <p:ph type="sldNum" sz="quarter" idx="4"/>
          </p:nvPr>
        </p:nvSpPr>
        <p:spPr>
          <a:xfrm>
            <a:off x="388619" y="6291264"/>
            <a:ext cx="594043" cy="280898"/>
          </a:xfrm>
          <a:prstGeom prst="rect">
            <a:avLst/>
          </a:prstGeom>
        </p:spPr>
        <p:txBody>
          <a:bodyPr vert="horz" lIns="91440" tIns="45720" rIns="108000" bIns="45720" rtlCol="0" anchor="ctr"/>
          <a:lstStyle>
            <a:lvl1pPr algn="r">
              <a:defRPr sz="1000" b="1">
                <a:solidFill>
                  <a:schemeClr val="tx1"/>
                </a:solidFill>
                <a:latin typeface="Arial" panose="020B0604020202020204" pitchFamily="34" charset="0"/>
                <a:cs typeface="Arial" panose="020B0604020202020204" pitchFamily="34" charset="0"/>
              </a:defRPr>
            </a:lvl1pPr>
          </a:lstStyle>
          <a:p>
            <a:fld id="{64EFF315-FA4E-4084-ACCF-A94C350B883E}" type="slidenum">
              <a:rPr lang="en-US" smtClean="0"/>
              <a:pPr/>
              <a:t>‹#›</a:t>
            </a:fld>
            <a:endParaRPr lang="en-US" dirty="0"/>
          </a:p>
        </p:txBody>
      </p:sp>
    </p:spTree>
    <p:extLst>
      <p:ext uri="{BB962C8B-B14F-4D97-AF65-F5344CB8AC3E}">
        <p14:creationId xmlns:p14="http://schemas.microsoft.com/office/powerpoint/2010/main" val="12123684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74" r:id="rId11"/>
    <p:sldLayoutId id="2147483658" r:id="rId12"/>
    <p:sldLayoutId id="2147483676" r:id="rId13"/>
    <p:sldLayoutId id="2147483673" r:id="rId14"/>
    <p:sldLayoutId id="2147483663" r:id="rId15"/>
    <p:sldLayoutId id="2147483666" r:id="rId16"/>
    <p:sldLayoutId id="2147483665" r:id="rId17"/>
    <p:sldLayoutId id="2147483664" r:id="rId18"/>
    <p:sldLayoutId id="2147483669" r:id="rId19"/>
    <p:sldLayoutId id="2147483668" r:id="rId20"/>
    <p:sldLayoutId id="2147483670" r:id="rId21"/>
    <p:sldLayoutId id="2147483661" r:id="rId22"/>
    <p:sldLayoutId id="2147483662" r:id="rId23"/>
    <p:sldLayoutId id="2147483671" r:id="rId24"/>
    <p:sldLayoutId id="2147483672" r:id="rId25"/>
  </p:sldLayoutIdLst>
  <p:hf hdr="0" dt="0"/>
  <p:txStyles>
    <p:titleStyle>
      <a:lvl1pPr algn="l" defTabSz="914400" rtl="0" eaLnBrk="1" latinLnBrk="0" hangingPunct="1">
        <a:lnSpc>
          <a:spcPct val="100000"/>
        </a:lnSpc>
        <a:spcBef>
          <a:spcPct val="0"/>
        </a:spcBef>
        <a:buNone/>
        <a:defRPr sz="2000" b="1" kern="1200" baseline="0">
          <a:solidFill>
            <a:schemeClr val="accent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tx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tx2"/>
          </a:solidFill>
          <a:latin typeface="Arial" panose="020B0604020202020204" pitchFamily="34" charset="0"/>
          <a:ea typeface="+mn-ea"/>
          <a:cs typeface="Arial" panose="020B0604020202020204" pitchFamily="34" charset="0"/>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tx2"/>
          </a:solidFill>
          <a:latin typeface="Arial" panose="020B0604020202020204" pitchFamily="34" charset="0"/>
          <a:ea typeface="+mn-ea"/>
          <a:cs typeface="Arial" panose="020B0604020202020204" pitchFamily="34" charset="0"/>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tx2"/>
          </a:solidFill>
          <a:latin typeface="Arial" panose="020B0604020202020204" pitchFamily="34" charset="0"/>
          <a:ea typeface="+mn-ea"/>
          <a:cs typeface="Arial" panose="020B0604020202020204" pitchFamily="34" charset="0"/>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tx2"/>
          </a:solidFill>
          <a:latin typeface="Arial" panose="020B0604020202020204" pitchFamily="34" charset="0"/>
          <a:ea typeface="+mn-ea"/>
          <a:cs typeface="Arial" panose="020B0604020202020204" pitchFamily="34" charset="0"/>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tx2"/>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594" userDrawn="1">
          <p15:clr>
            <a:srgbClr val="F26B43"/>
          </p15:clr>
        </p15:guide>
        <p15:guide id="2" pos="7499" userDrawn="1">
          <p15:clr>
            <a:srgbClr val="F26B43"/>
          </p15:clr>
        </p15:guide>
        <p15:guide id="3" orient="horz" pos="4140" userDrawn="1">
          <p15:clr>
            <a:srgbClr val="F26B43"/>
          </p15:clr>
        </p15:guide>
        <p15:guide id="4" orient="horz" pos="3963" userDrawn="1">
          <p15:clr>
            <a:srgbClr val="F26B43"/>
          </p15:clr>
        </p15:guide>
        <p15:guide id="5" orient="horz" pos="3793" userDrawn="1">
          <p15:clr>
            <a:srgbClr val="F26B43"/>
          </p15:clr>
        </p15:guide>
        <p15:guide id="6" pos="619" userDrawn="1">
          <p15:clr>
            <a:srgbClr val="F26B43"/>
          </p15:clr>
        </p15:guide>
        <p15:guide id="7" orient="horz" pos="182" userDrawn="1">
          <p15:clr>
            <a:srgbClr val="F26B43"/>
          </p15:clr>
        </p15:guide>
        <p15:guide id="8" orient="horz" pos="595" userDrawn="1">
          <p15:clr>
            <a:srgbClr val="F26B43"/>
          </p15:clr>
        </p15:guide>
        <p15:guide id="9" orient="horz" pos="913" userDrawn="1">
          <p15:clr>
            <a:srgbClr val="F26B43"/>
          </p15:clr>
        </p15:guide>
        <p15:guide id="10" orient="horz" pos="4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hyperlink" Target="http://hibernate.sourceforge.net/hibernate-configuration-3.0.dtd" TargetMode="Externa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077512" y="1237581"/>
            <a:ext cx="9114487" cy="4258343"/>
          </a:xfrm>
        </p:spPr>
        <p:txBody>
          <a:bodyPr anchor="ctr">
            <a:normAutofit/>
          </a:bodyPr>
          <a:lstStyle/>
          <a:p>
            <a:pPr algn="ctr"/>
            <a:r>
              <a:rPr lang="en-US" dirty="0"/>
              <a:t>Object </a:t>
            </a:r>
            <a:r>
              <a:rPr lang="en-US" dirty="0" smtClean="0"/>
              <a:t>Relational Mapping</a:t>
            </a:r>
            <a:br>
              <a:rPr lang="en-US" dirty="0" smtClean="0"/>
            </a:br>
            <a:r>
              <a:rPr lang="en-US" dirty="0" smtClean="0"/>
              <a:t> </a:t>
            </a:r>
            <a:r>
              <a:rPr lang="en-US" dirty="0"/>
              <a:t>(ORM)</a:t>
            </a:r>
          </a:p>
        </p:txBody>
      </p:sp>
      <p:pic>
        <p:nvPicPr>
          <p:cNvPr id="17" name="Picture Placeholder 16" descr="A group of people working on laptops&#10;&#10;Description automatically generated with medium confidence">
            <a:extLst>
              <a:ext uri="{FF2B5EF4-FFF2-40B4-BE49-F238E27FC236}">
                <a16:creationId xmlns:a16="http://schemas.microsoft.com/office/drawing/2014/main" id="{344EB046-BC15-497B-8EC5-695DD8C4B6D6}"/>
              </a:ext>
            </a:extLst>
          </p:cNvPr>
          <p:cNvPicPr>
            <a:picLocks noGrp="1" noChangeAspect="1"/>
          </p:cNvPicPr>
          <p:nvPr>
            <p:ph type="pic" sz="quarter" idx="11"/>
          </p:nvPr>
        </p:nvPicPr>
        <p:blipFill rotWithShape="1">
          <a:blip r:embed="rId3" cstate="print">
            <a:extLst>
              <a:ext uri="{28A0092B-C50C-407E-A947-70E740481C1C}">
                <a14:useLocalDpi xmlns:a14="http://schemas.microsoft.com/office/drawing/2010/main" val="0"/>
              </a:ext>
            </a:extLst>
          </a:blip>
          <a:srcRect l="16309" r="16309"/>
          <a:stretch/>
        </p:blipFill>
        <p:spPr>
          <a:xfrm>
            <a:off x="-6350" y="769"/>
            <a:ext cx="3083863" cy="6856462"/>
          </a:xfrm>
          <a:noFill/>
        </p:spPr>
      </p:pic>
    </p:spTree>
    <p:extLst>
      <p:ext uri="{BB962C8B-B14F-4D97-AF65-F5344CB8AC3E}">
        <p14:creationId xmlns:p14="http://schemas.microsoft.com/office/powerpoint/2010/main" val="3702394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63483"/>
            <a:ext cx="10576065" cy="5297972"/>
          </a:xfrm>
        </p:spPr>
        <p:txBody>
          <a:bodyPr/>
          <a:lstStyle/>
          <a:p>
            <a:pPr marL="342900" indent="-342900">
              <a:lnSpc>
                <a:spcPct val="150000"/>
              </a:lnSpc>
              <a:buFont typeface="Arial" panose="020B0604020202020204" pitchFamily="34" charset="0"/>
              <a:buChar char="•"/>
            </a:pPr>
            <a:r>
              <a:rPr lang="en-US" sz="2000" b="0" dirty="0"/>
              <a:t>ORM</a:t>
            </a:r>
          </a:p>
          <a:p>
            <a:pPr marL="342900" indent="-342900">
              <a:lnSpc>
                <a:spcPct val="150000"/>
              </a:lnSpc>
              <a:buFont typeface="Arial" panose="020B0604020202020204" pitchFamily="34" charset="0"/>
              <a:buChar char="•"/>
            </a:pPr>
            <a:r>
              <a:rPr lang="en-US" sz="2000" b="0" dirty="0"/>
              <a:t>Problems with JDBC</a:t>
            </a:r>
          </a:p>
          <a:p>
            <a:pPr marL="342900" indent="-342900">
              <a:lnSpc>
                <a:spcPct val="150000"/>
              </a:lnSpc>
              <a:buFont typeface="Arial" panose="020B0604020202020204" pitchFamily="34" charset="0"/>
              <a:buChar char="•"/>
            </a:pPr>
            <a:r>
              <a:rPr lang="en-US" sz="2000" b="0" dirty="0"/>
              <a:t>Hibernate</a:t>
            </a:r>
          </a:p>
          <a:p>
            <a:pPr marL="342900" indent="-342900">
              <a:lnSpc>
                <a:spcPct val="150000"/>
              </a:lnSpc>
              <a:buFont typeface="Arial" panose="020B0604020202020204" pitchFamily="34" charset="0"/>
              <a:buChar char="•"/>
            </a:pPr>
            <a:r>
              <a:rPr lang="en-US" sz="2000" b="0" dirty="0"/>
              <a:t>Need for Hibernate</a:t>
            </a:r>
          </a:p>
          <a:p>
            <a:pPr marL="342900" indent="-342900">
              <a:lnSpc>
                <a:spcPct val="150000"/>
              </a:lnSpc>
              <a:buFont typeface="Arial" panose="020B0604020202020204" pitchFamily="34" charset="0"/>
              <a:buChar char="•"/>
            </a:pPr>
            <a:r>
              <a:rPr lang="en-US" sz="2000" b="0" dirty="0"/>
              <a:t>Hibernate API</a:t>
            </a:r>
          </a:p>
          <a:p>
            <a:pPr marL="342900" indent="-342900">
              <a:lnSpc>
                <a:spcPct val="150000"/>
              </a:lnSpc>
              <a:buFont typeface="Arial" panose="020B0604020202020204" pitchFamily="34" charset="0"/>
              <a:buChar char="•"/>
            </a:pPr>
            <a:r>
              <a:rPr lang="en-US" sz="2000" b="0" dirty="0"/>
              <a:t>Hibernate Query</a:t>
            </a:r>
          </a:p>
          <a:p>
            <a:pPr marL="342900" indent="-342900">
              <a:lnSpc>
                <a:spcPct val="150000"/>
              </a:lnSpc>
              <a:buFont typeface="Arial" panose="020B0604020202020204" pitchFamily="34" charset="0"/>
              <a:buChar char="•"/>
            </a:pPr>
            <a:r>
              <a:rPr lang="en-US" sz="2000" b="0" spc="-10" dirty="0">
                <a:latin typeface="Arial"/>
                <a:cs typeface="Arial"/>
              </a:rPr>
              <a:t>Hibernate CRUD Operations</a:t>
            </a:r>
            <a:endParaRPr lang="en-US" sz="2000" b="0" dirty="0"/>
          </a:p>
          <a:p>
            <a:pPr marL="342900" indent="-342900">
              <a:lnSpc>
                <a:spcPct val="150000"/>
              </a:lnSpc>
              <a:buFont typeface="Arial" panose="020B0604020202020204" pitchFamily="34" charset="0"/>
              <a:buChar char="•"/>
            </a:pPr>
            <a:r>
              <a:rPr lang="en-US" sz="2000" b="0" dirty="0"/>
              <a:t>Basic OR Mapping Annotations </a:t>
            </a:r>
          </a:p>
          <a:p>
            <a:pPr marL="342900" indent="-342900">
              <a:lnSpc>
                <a:spcPct val="150000"/>
              </a:lnSpc>
              <a:buFont typeface="Arial" panose="020B0604020202020204" pitchFamily="34" charset="0"/>
              <a:buChar char="•"/>
            </a:pPr>
            <a:r>
              <a:rPr lang="en-US" sz="2000" b="0" spc="-10" dirty="0">
                <a:latin typeface="Arial"/>
                <a:cs typeface="Arial"/>
              </a:rPr>
              <a:t>CRUD Example</a:t>
            </a:r>
            <a:endParaRPr lang="en-US" sz="2000" b="0" dirty="0"/>
          </a:p>
          <a:p>
            <a:pPr marL="342900" indent="-342900">
              <a:buFont typeface="Arial" panose="020B0604020202020204" pitchFamily="34" charset="0"/>
              <a:buChar char="•"/>
            </a:pPr>
            <a:endParaRPr lang="en-US" sz="2000" b="0" dirty="0"/>
          </a:p>
          <a:p>
            <a:pPr marL="342900" indent="-342900">
              <a:buFont typeface="Arial" panose="020B0604020202020204" pitchFamily="34" charset="0"/>
              <a:buChar char="•"/>
            </a:pPr>
            <a:endParaRPr lang="en-US" sz="2000" b="0" dirty="0"/>
          </a:p>
          <a:p>
            <a:pPr marL="342900" indent="-342900">
              <a:buFont typeface="Arial" panose="020B0604020202020204" pitchFamily="34" charset="0"/>
              <a:buChar char="•"/>
            </a:pPr>
            <a:endParaRPr lang="de-DE" sz="2000" b="0" dirty="0"/>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a:xfrm>
            <a:off x="989013" y="360889"/>
            <a:ext cx="10922400" cy="381484"/>
          </a:xfrm>
        </p:spPr>
        <p:txBody>
          <a:bodyPr/>
          <a:lstStyle/>
          <a:p>
            <a:r>
              <a:rPr lang="en-US" dirty="0">
                <a:solidFill>
                  <a:srgbClr val="512E6E"/>
                </a:solidFill>
              </a:rPr>
              <a:t>Introduction to ORM Agenda</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2</a:t>
            </a:fld>
            <a:endParaRPr lang="en-US" dirty="0"/>
          </a:p>
        </p:txBody>
      </p:sp>
    </p:spTree>
    <p:extLst>
      <p:ext uri="{BB962C8B-B14F-4D97-AF65-F5344CB8AC3E}">
        <p14:creationId xmlns:p14="http://schemas.microsoft.com/office/powerpoint/2010/main" val="2701379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63483"/>
            <a:ext cx="10576065" cy="5297972"/>
          </a:xfrm>
        </p:spPr>
        <p:txBody>
          <a:bodyPr/>
          <a:lstStyle/>
          <a:p>
            <a:pPr marL="285750" indent="-285750" algn="just">
              <a:lnSpc>
                <a:spcPct val="200000"/>
              </a:lnSpc>
              <a:buFont typeface="Arial" panose="020B0604020202020204" pitchFamily="34" charset="0"/>
              <a:buChar char="•"/>
            </a:pPr>
            <a:r>
              <a:rPr lang="en-US" altLang="en-US" sz="1800" b="0" dirty="0"/>
              <a:t>ORM is a programming technique for converting object-type data of an object oriented programming language into database tables.</a:t>
            </a:r>
          </a:p>
          <a:p>
            <a:pPr marL="285750" indent="-285750" algn="just">
              <a:lnSpc>
                <a:spcPct val="200000"/>
              </a:lnSpc>
              <a:buFont typeface="Arial" panose="020B0604020202020204" pitchFamily="34" charset="0"/>
              <a:buChar char="•"/>
            </a:pPr>
            <a:r>
              <a:rPr lang="en-US" altLang="en-US" sz="1800" b="0" dirty="0"/>
              <a:t>Provides API for basic CRUD operations.</a:t>
            </a:r>
          </a:p>
          <a:p>
            <a:pPr marL="285750" indent="-285750" algn="just">
              <a:lnSpc>
                <a:spcPct val="200000"/>
              </a:lnSpc>
              <a:buFont typeface="Arial" panose="020B0604020202020204" pitchFamily="34" charset="0"/>
              <a:buChar char="•"/>
            </a:pPr>
            <a:r>
              <a:rPr lang="en-US" altLang="en-US" sz="1800" b="0" dirty="0"/>
              <a:t>Allows source code to work with objects and their attributes vs. tables and columns.</a:t>
            </a:r>
          </a:p>
          <a:p>
            <a:pPr marL="285750" indent="-285750" algn="just">
              <a:lnSpc>
                <a:spcPct val="200000"/>
              </a:lnSpc>
              <a:buFont typeface="Arial" panose="020B0604020202020204" pitchFamily="34" charset="0"/>
              <a:buChar char="•"/>
            </a:pPr>
            <a:r>
              <a:rPr lang="en-US" altLang="en-US" sz="1800" b="0" dirty="0"/>
              <a:t>Eliminates need for most/all SQL.</a:t>
            </a:r>
          </a:p>
          <a:p>
            <a:pPr marL="285750" indent="-285750" algn="just">
              <a:lnSpc>
                <a:spcPct val="200000"/>
              </a:lnSpc>
              <a:buFont typeface="Arial" panose="020B0604020202020204" pitchFamily="34" charset="0"/>
              <a:buChar char="•"/>
            </a:pPr>
            <a:r>
              <a:rPr lang="en-US" altLang="en-US" sz="1800" b="0" dirty="0"/>
              <a:t>Eliminates the use of query result sets.</a:t>
            </a:r>
          </a:p>
          <a:p>
            <a:pPr marL="285750" indent="-285750" algn="just">
              <a:lnSpc>
                <a:spcPct val="200000"/>
              </a:lnSpc>
              <a:buFont typeface="Arial" panose="020B0604020202020204" pitchFamily="34" charset="0"/>
              <a:buChar char="•"/>
            </a:pPr>
            <a:endParaRPr lang="en-US" altLang="en-US" sz="1800" b="0" dirty="0"/>
          </a:p>
          <a:p>
            <a:pPr marL="285750" indent="-285750" algn="just">
              <a:lnSpc>
                <a:spcPct val="200000"/>
              </a:lnSpc>
              <a:buFont typeface="Arial" panose="020B0604020202020204" pitchFamily="34" charset="0"/>
              <a:buChar char="•"/>
            </a:pPr>
            <a:endParaRPr lang="en-US" sz="1800" b="0" dirty="0"/>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What is ORM ?</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3</a:t>
            </a:fld>
            <a:endParaRPr lang="en-US" dirty="0"/>
          </a:p>
        </p:txBody>
      </p:sp>
    </p:spTree>
    <p:extLst>
      <p:ext uri="{BB962C8B-B14F-4D97-AF65-F5344CB8AC3E}">
        <p14:creationId xmlns:p14="http://schemas.microsoft.com/office/powerpoint/2010/main" val="60787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63483"/>
            <a:ext cx="10576065" cy="5297972"/>
          </a:xfrm>
        </p:spPr>
        <p:txBody>
          <a:bodyPr/>
          <a:lstStyle/>
          <a:p>
            <a:pPr marL="274320" indent="-274320" algn="just">
              <a:lnSpc>
                <a:spcPct val="200000"/>
              </a:lnSpc>
              <a:buFont typeface="Arial" panose="020B0604020202020204" pitchFamily="34" charset="0"/>
              <a:buChar char="•"/>
            </a:pPr>
            <a:r>
              <a:rPr lang="en-US" sz="1800" dirty="0"/>
              <a:t>Reduce code changes</a:t>
            </a:r>
          </a:p>
          <a:p>
            <a:pPr marL="274320" lvl="5" indent="-274320" algn="just">
              <a:lnSpc>
                <a:spcPct val="200000"/>
              </a:lnSpc>
              <a:spcBef>
                <a:spcPts val="600"/>
              </a:spcBef>
            </a:pPr>
            <a:r>
              <a:rPr lang="en-US" sz="1800" b="0" dirty="0">
                <a:solidFill>
                  <a:schemeClr val="tx1"/>
                </a:solidFill>
              </a:rPr>
              <a:t>when we add a new column to a database table several JDBC statements has to be modified</a:t>
            </a:r>
          </a:p>
          <a:p>
            <a:pPr marL="274320" indent="-274320" algn="just">
              <a:lnSpc>
                <a:spcPct val="200000"/>
              </a:lnSpc>
              <a:buFont typeface="Arial" panose="020B0604020202020204" pitchFamily="34" charset="0"/>
              <a:buChar char="•"/>
            </a:pPr>
            <a:r>
              <a:rPr lang="en-US" sz="1800" dirty="0"/>
              <a:t>Tied to specific database</a:t>
            </a:r>
          </a:p>
          <a:p>
            <a:pPr marL="274320" lvl="5" indent="-274320" algn="just">
              <a:lnSpc>
                <a:spcPct val="200000"/>
              </a:lnSpc>
              <a:spcBef>
                <a:spcPts val="600"/>
              </a:spcBef>
            </a:pPr>
            <a:r>
              <a:rPr lang="en-US" sz="1800" b="0" dirty="0">
                <a:solidFill>
                  <a:schemeClr val="tx1"/>
                </a:solidFill>
              </a:rPr>
              <a:t>Queries written in JDBC based applications are written for the specific RDBMS software</a:t>
            </a:r>
          </a:p>
          <a:p>
            <a:pPr marL="274320" indent="-274320" algn="just">
              <a:lnSpc>
                <a:spcPct val="200000"/>
              </a:lnSpc>
              <a:buFont typeface="Arial" panose="020B0604020202020204" pitchFamily="34" charset="0"/>
              <a:buChar char="•"/>
            </a:pPr>
            <a:r>
              <a:rPr lang="en-US" sz="1800" dirty="0"/>
              <a:t>Error-prone</a:t>
            </a:r>
          </a:p>
          <a:p>
            <a:pPr marL="274320" lvl="4" indent="-274320" algn="just">
              <a:lnSpc>
                <a:spcPct val="200000"/>
              </a:lnSpc>
            </a:pPr>
            <a:r>
              <a:rPr lang="en-US" sz="1800" dirty="0">
                <a:solidFill>
                  <a:schemeClr val="tx1"/>
                </a:solidFill>
              </a:rPr>
              <a:t>Run time errors has to be handled with try/catch/finally for query execution in JDBC</a:t>
            </a:r>
          </a:p>
          <a:p>
            <a:pPr marL="274320" indent="-274320" algn="just">
              <a:lnSpc>
                <a:spcPct val="200000"/>
              </a:lnSpc>
              <a:buFont typeface="Arial" panose="020B0604020202020204" pitchFamily="34" charset="0"/>
              <a:buChar char="•"/>
            </a:pPr>
            <a:r>
              <a:rPr lang="en-US" sz="1800" dirty="0"/>
              <a:t>Relationships are really hard</a:t>
            </a:r>
          </a:p>
          <a:p>
            <a:pPr marL="274320" lvl="4" indent="-274320" algn="just">
              <a:lnSpc>
                <a:spcPct val="200000"/>
              </a:lnSpc>
            </a:pPr>
            <a:r>
              <a:rPr lang="en-US" sz="1800" b="0" dirty="0">
                <a:solidFill>
                  <a:schemeClr val="tx1"/>
                </a:solidFill>
              </a:rPr>
              <a:t>Inheritance and Association between the Java classes are very complex to map with RDBMS</a:t>
            </a:r>
          </a:p>
          <a:p>
            <a:pPr marL="274320" indent="-274320" algn="just">
              <a:lnSpc>
                <a:spcPct val="200000"/>
              </a:lnSpc>
              <a:buFont typeface="Arial" panose="020B0604020202020204" pitchFamily="34" charset="0"/>
              <a:buChar char="•"/>
            </a:pPr>
            <a:endParaRPr lang="en-US" sz="1800" b="0" dirty="0"/>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Problems with JDBC</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4</a:t>
            </a:fld>
            <a:endParaRPr lang="en-US" dirty="0"/>
          </a:p>
        </p:txBody>
      </p:sp>
    </p:spTree>
    <p:extLst>
      <p:ext uri="{BB962C8B-B14F-4D97-AF65-F5344CB8AC3E}">
        <p14:creationId xmlns:p14="http://schemas.microsoft.com/office/powerpoint/2010/main" val="3958034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180358"/>
            <a:ext cx="10576065" cy="5297972"/>
          </a:xfrm>
        </p:spPr>
        <p:txBody>
          <a:bodyPr/>
          <a:lstStyle/>
          <a:p>
            <a:pPr marL="274320" indent="-274320" algn="just">
              <a:lnSpc>
                <a:spcPct val="200000"/>
              </a:lnSpc>
              <a:buChar char="•"/>
            </a:pPr>
            <a:r>
              <a:rPr lang="en-US" sz="1800" b="0" dirty="0"/>
              <a:t>The steps to be performed when we add a new column to a database table are follows:</a:t>
            </a:r>
          </a:p>
          <a:p>
            <a:pPr marL="274320" indent="-274320" algn="just">
              <a:lnSpc>
                <a:spcPct val="200000"/>
              </a:lnSpc>
              <a:buChar char="•"/>
            </a:pPr>
            <a:r>
              <a:rPr lang="en-US" sz="1800" dirty="0"/>
              <a:t>Steps involved in JDBC</a:t>
            </a:r>
          </a:p>
          <a:p>
            <a:pPr marL="274320" indent="-274320" algn="just">
              <a:lnSpc>
                <a:spcPct val="200000"/>
              </a:lnSpc>
              <a:buChar char="•"/>
            </a:pPr>
            <a:r>
              <a:rPr lang="en-US" sz="1800" b="0" dirty="0"/>
              <a:t>Add a new field in your Bean/POJO (Plain Old Java Object) class.</a:t>
            </a:r>
          </a:p>
          <a:p>
            <a:pPr marL="274320" indent="-274320" algn="just">
              <a:lnSpc>
                <a:spcPct val="200000"/>
              </a:lnSpc>
              <a:buChar char="•"/>
            </a:pPr>
            <a:r>
              <a:rPr lang="en-US" sz="1800" b="0" dirty="0"/>
              <a:t>Modify the JDBC method that performs the “select” to include the new column.</a:t>
            </a:r>
          </a:p>
          <a:p>
            <a:pPr marL="274320" indent="-274320" algn="just">
              <a:lnSpc>
                <a:spcPct val="200000"/>
              </a:lnSpc>
              <a:buChar char="•"/>
            </a:pPr>
            <a:r>
              <a:rPr lang="en-US" sz="1800" b="0" dirty="0"/>
              <a:t>Modify the JDBC method that performs the “insert” to add a new value into the new column.</a:t>
            </a:r>
          </a:p>
          <a:p>
            <a:pPr marL="274320" indent="-274320" algn="just">
              <a:lnSpc>
                <a:spcPct val="200000"/>
              </a:lnSpc>
              <a:buChar char="•"/>
            </a:pPr>
            <a:r>
              <a:rPr lang="en-US" sz="1800" b="0" dirty="0"/>
              <a:t>Modify the JDBC method that performs the “update” to update an existing value in your new column.</a:t>
            </a:r>
          </a:p>
          <a:p>
            <a:pPr marL="274320" indent="-274320" algn="just">
              <a:lnSpc>
                <a:spcPct val="200000"/>
              </a:lnSpc>
              <a:buChar char="•"/>
            </a:pPr>
            <a:r>
              <a:rPr lang="en-US" sz="1800" dirty="0"/>
              <a:t>Steps involved in ORM</a:t>
            </a:r>
          </a:p>
          <a:p>
            <a:pPr marL="274320" indent="-274320" algn="just">
              <a:lnSpc>
                <a:spcPct val="200000"/>
              </a:lnSpc>
              <a:buChar char="•"/>
            </a:pPr>
            <a:r>
              <a:rPr lang="en-US" sz="1800" b="0" dirty="0"/>
              <a:t>Add the new field into your Bean/POJO class.</a:t>
            </a:r>
          </a:p>
          <a:p>
            <a:pPr marL="274320" indent="-274320" algn="just">
              <a:lnSpc>
                <a:spcPct val="200000"/>
              </a:lnSpc>
              <a:buChar char="•"/>
            </a:pPr>
            <a:r>
              <a:rPr lang="en-US" sz="1800" b="0" dirty="0"/>
              <a:t>Add the ORM Mapping for the new column and the database table updated with less effort.</a:t>
            </a:r>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Problems with JDBC – Reduce Code Changes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71936"/>
            <a:ext cx="594043" cy="259497"/>
          </a:xfrm>
        </p:spPr>
        <p:txBody>
          <a:bodyPr/>
          <a:lstStyle/>
          <a:p>
            <a:fld id="{64EFF315-FA4E-4084-ACCF-A94C350B883E}" type="slidenum">
              <a:rPr lang="en-US" smtClean="0"/>
              <a:pPr/>
              <a:t>5</a:t>
            </a:fld>
            <a:endParaRPr lang="en-US" dirty="0"/>
          </a:p>
        </p:txBody>
      </p:sp>
    </p:spTree>
    <p:extLst>
      <p:ext uri="{BB962C8B-B14F-4D97-AF65-F5344CB8AC3E}">
        <p14:creationId xmlns:p14="http://schemas.microsoft.com/office/powerpoint/2010/main" val="3332461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27858"/>
            <a:ext cx="10576065" cy="5297972"/>
          </a:xfrm>
        </p:spPr>
        <p:txBody>
          <a:bodyPr/>
          <a:lstStyle/>
          <a:p>
            <a:pPr marL="274320" indent="-274320" algn="just">
              <a:lnSpc>
                <a:spcPct val="150000"/>
              </a:lnSpc>
              <a:buChar char="•"/>
            </a:pPr>
            <a:r>
              <a:rPr lang="en-US" sz="1800" b="0" dirty="0"/>
              <a:t>JDBC is database dependent - one needs to write different codes for different database.</a:t>
            </a:r>
          </a:p>
          <a:p>
            <a:pPr marL="274320" indent="-274320" algn="just">
              <a:lnSpc>
                <a:spcPct val="150000"/>
              </a:lnSpc>
              <a:buChar char="•"/>
            </a:pPr>
            <a:r>
              <a:rPr lang="en-US" sz="1800" b="0" dirty="0"/>
              <a:t>The ORM is database independent and same code can work for many databases with minor changes.</a:t>
            </a:r>
          </a:p>
          <a:p>
            <a:pPr marL="274320" indent="-274320" algn="just">
              <a:lnSpc>
                <a:spcPct val="150000"/>
              </a:lnSpc>
              <a:buChar char="•"/>
            </a:pPr>
            <a:r>
              <a:rPr lang="en-US" sz="1800" b="0" dirty="0"/>
              <a:t>Example:  To fetch the first 10 entries of a table. This is implemented in different databases using JDBC</a:t>
            </a:r>
          </a:p>
          <a:p>
            <a:pPr marL="274320" indent="-274320" algn="just">
              <a:lnSpc>
                <a:spcPct val="150000"/>
              </a:lnSpc>
              <a:buChar char="•"/>
            </a:pPr>
            <a:r>
              <a:rPr lang="en-US" sz="1800" dirty="0"/>
              <a:t>#MySQL DBMS</a:t>
            </a:r>
          </a:p>
          <a:p>
            <a:pPr marL="274320" indent="-274320" algn="just">
              <a:lnSpc>
                <a:spcPct val="150000"/>
              </a:lnSpc>
            </a:pPr>
            <a:r>
              <a:rPr lang="en-US" sz="1800" dirty="0"/>
              <a:t>select </a:t>
            </a:r>
            <a:r>
              <a:rPr lang="en-US" sz="1800" dirty="0" err="1"/>
              <a:t>column_name</a:t>
            </a:r>
            <a:r>
              <a:rPr lang="en-US" sz="1800" dirty="0"/>
              <a:t> from </a:t>
            </a:r>
            <a:r>
              <a:rPr lang="en-US" sz="1800" dirty="0" err="1"/>
              <a:t>table_name</a:t>
            </a:r>
            <a:r>
              <a:rPr lang="en-US" sz="1800" dirty="0"/>
              <a:t> order by </a:t>
            </a:r>
            <a:r>
              <a:rPr lang="en-US" sz="1800" dirty="0" err="1"/>
              <a:t>column_name</a:t>
            </a:r>
            <a:r>
              <a:rPr lang="en-US" sz="1800" dirty="0"/>
              <a:t> </a:t>
            </a:r>
            <a:r>
              <a:rPr lang="en-US" sz="1800" dirty="0" err="1"/>
              <a:t>asc</a:t>
            </a:r>
            <a:r>
              <a:rPr lang="en-US" sz="1800" dirty="0"/>
              <a:t> limit 10; </a:t>
            </a:r>
          </a:p>
          <a:p>
            <a:pPr marL="274320" indent="-274320" algn="just">
              <a:lnSpc>
                <a:spcPct val="150000"/>
              </a:lnSpc>
              <a:buChar char="•"/>
            </a:pPr>
            <a:r>
              <a:rPr lang="en-US" sz="1800" dirty="0"/>
              <a:t>#SQL SERVER DBMS </a:t>
            </a:r>
          </a:p>
          <a:p>
            <a:pPr marL="274320" indent="-274320" algn="just">
              <a:lnSpc>
                <a:spcPct val="150000"/>
              </a:lnSpc>
              <a:buChar char="•"/>
            </a:pPr>
            <a:r>
              <a:rPr lang="en-US" sz="1800" b="0" dirty="0"/>
              <a:t>select top 10 </a:t>
            </a:r>
            <a:r>
              <a:rPr lang="en-US" sz="1800" b="0" dirty="0" err="1"/>
              <a:t>column_name</a:t>
            </a:r>
            <a:r>
              <a:rPr lang="en-US" sz="1800" b="0" dirty="0"/>
              <a:t> from </a:t>
            </a:r>
            <a:r>
              <a:rPr lang="en-US" sz="1800" b="0" dirty="0" err="1"/>
              <a:t>table_name</a:t>
            </a:r>
            <a:r>
              <a:rPr lang="en-US" sz="1800" b="0" dirty="0"/>
              <a:t> order by </a:t>
            </a:r>
            <a:r>
              <a:rPr lang="en-US" sz="1800" b="0" dirty="0" err="1"/>
              <a:t>column_name</a:t>
            </a:r>
            <a:r>
              <a:rPr lang="en-US" sz="1800" b="0" dirty="0"/>
              <a:t> </a:t>
            </a:r>
            <a:r>
              <a:rPr lang="en-US" sz="1800" b="0" dirty="0" err="1"/>
              <a:t>asc</a:t>
            </a:r>
            <a:r>
              <a:rPr lang="en-US" sz="1800" b="0" dirty="0"/>
              <a:t>;</a:t>
            </a:r>
          </a:p>
          <a:p>
            <a:pPr marL="274320" indent="-274320" algn="just">
              <a:lnSpc>
                <a:spcPct val="150000"/>
              </a:lnSpc>
              <a:buChar char="•"/>
            </a:pPr>
            <a:r>
              <a:rPr lang="en-US" sz="1800" b="0" dirty="0"/>
              <a:t>But with the help of ORM , this can be done as follows irrespective of the database you are using. </a:t>
            </a:r>
          </a:p>
          <a:p>
            <a:pPr marL="274320" indent="-274320" algn="just">
              <a:lnSpc>
                <a:spcPct val="150000"/>
              </a:lnSpc>
            </a:pPr>
            <a:r>
              <a:rPr lang="en-US" sz="1800" dirty="0" err="1"/>
              <a:t>session.createquery</a:t>
            </a:r>
            <a:r>
              <a:rPr lang="en-US" sz="1800" dirty="0"/>
              <a:t>("select e.id from employee e order by e.id </a:t>
            </a:r>
            <a:r>
              <a:rPr lang="en-US" sz="1800" dirty="0" err="1"/>
              <a:t>asc</a:t>
            </a:r>
            <a:r>
              <a:rPr lang="en-US" sz="1800" dirty="0"/>
              <a:t>").</a:t>
            </a:r>
            <a:r>
              <a:rPr lang="en-US" sz="1800" dirty="0" err="1"/>
              <a:t>setmaxresults</a:t>
            </a:r>
            <a:r>
              <a:rPr lang="en-US" sz="1800" dirty="0"/>
              <a:t>(10).list();</a:t>
            </a:r>
          </a:p>
          <a:p>
            <a:pPr algn="just">
              <a:lnSpc>
                <a:spcPct val="150000"/>
              </a:lnSpc>
            </a:pPr>
            <a:r>
              <a:rPr lang="en-US" sz="1800" b="0" dirty="0"/>
              <a:t>	</a:t>
            </a:r>
          </a:p>
          <a:p>
            <a:pPr marL="274320" indent="-274320" algn="just">
              <a:lnSpc>
                <a:spcPct val="150000"/>
              </a:lnSpc>
              <a:buChar char="•"/>
            </a:pPr>
            <a:endParaRPr lang="en-US" sz="1800" b="0" dirty="0"/>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Problems with JDBC – Tied to specific database</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6</a:t>
            </a:fld>
            <a:endParaRPr lang="en-US" dirty="0"/>
          </a:p>
        </p:txBody>
      </p:sp>
    </p:spTree>
    <p:extLst>
      <p:ext uri="{BB962C8B-B14F-4D97-AF65-F5344CB8AC3E}">
        <p14:creationId xmlns:p14="http://schemas.microsoft.com/office/powerpoint/2010/main" val="3761841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27858"/>
            <a:ext cx="10576065" cy="5297972"/>
          </a:xfrm>
        </p:spPr>
        <p:txBody>
          <a:bodyPr/>
          <a:lstStyle/>
          <a:p>
            <a:pPr marL="274320" indent="-274320" algn="just">
              <a:lnSpc>
                <a:spcPct val="200000"/>
              </a:lnSpc>
              <a:buChar char="•"/>
            </a:pPr>
            <a:r>
              <a:rPr lang="en-US" sz="1800" b="0" dirty="0"/>
              <a:t>The JDBC based application may throw </a:t>
            </a:r>
            <a:r>
              <a:rPr lang="en-US" sz="1800" b="0" dirty="0" err="1"/>
              <a:t>SQLException</a:t>
            </a:r>
            <a:r>
              <a:rPr lang="en-US" sz="1800" b="0" dirty="0"/>
              <a:t> in every query execution, which is a checked exception so the programming codes will be having lot of  “try-catch” mechanisms.</a:t>
            </a:r>
          </a:p>
          <a:p>
            <a:pPr marL="274320" indent="-274320" algn="just">
              <a:lnSpc>
                <a:spcPct val="200000"/>
              </a:lnSpc>
              <a:buChar char="•"/>
            </a:pPr>
            <a:r>
              <a:rPr lang="en-US" sz="1800" b="0" dirty="0"/>
              <a:t>The ORM handles this by converting all JDBC exceptions to unchecked exceptions. therefore, the developer need not waste your time implementing try-catch blocks.</a:t>
            </a:r>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Problems with JDBC – Error-prone</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7</a:t>
            </a:fld>
            <a:endParaRPr lang="en-US" dirty="0"/>
          </a:p>
        </p:txBody>
      </p:sp>
    </p:spTree>
    <p:extLst>
      <p:ext uri="{BB962C8B-B14F-4D97-AF65-F5344CB8AC3E}">
        <p14:creationId xmlns:p14="http://schemas.microsoft.com/office/powerpoint/2010/main" val="1198477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27858"/>
            <a:ext cx="10576065" cy="5297972"/>
          </a:xfrm>
        </p:spPr>
        <p:txBody>
          <a:bodyPr/>
          <a:lstStyle/>
          <a:p>
            <a:pPr marL="274320" indent="-274320" algn="just">
              <a:lnSpc>
                <a:spcPct val="200000"/>
              </a:lnSpc>
              <a:buChar char="•"/>
            </a:pPr>
            <a:r>
              <a:rPr lang="en-US" sz="1800" b="0" dirty="0"/>
              <a:t>Creating associations between relations is quite hard in JDBC.</a:t>
            </a:r>
          </a:p>
          <a:p>
            <a:pPr marL="274320" indent="-274320" algn="just">
              <a:lnSpc>
                <a:spcPct val="200000"/>
              </a:lnSpc>
              <a:buChar char="•"/>
            </a:pPr>
            <a:r>
              <a:rPr lang="en-US" sz="1800" b="0" dirty="0"/>
              <a:t>It is easy to create an association between tables using ORM. </a:t>
            </a:r>
          </a:p>
          <a:p>
            <a:pPr marL="274320" indent="-274320" algn="just">
              <a:lnSpc>
                <a:spcPct val="200000"/>
              </a:lnSpc>
              <a:buChar char="•"/>
            </a:pPr>
            <a:r>
              <a:rPr lang="en-US" sz="1800" b="0" dirty="0"/>
              <a:t>The associations like one-to-one, one-to-many, many-to-one, and many-to-many can be achieved easily by using annotations, mapping the object entity of the required table</a:t>
            </a:r>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Problems with JDBC – Relationships are really hard</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8</a:t>
            </a:fld>
            <a:endParaRPr lang="en-US" dirty="0"/>
          </a:p>
        </p:txBody>
      </p:sp>
    </p:spTree>
    <p:extLst>
      <p:ext uri="{BB962C8B-B14F-4D97-AF65-F5344CB8AC3E}">
        <p14:creationId xmlns:p14="http://schemas.microsoft.com/office/powerpoint/2010/main" val="1605316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27858"/>
            <a:ext cx="10576065" cy="5297972"/>
          </a:xfrm>
        </p:spPr>
        <p:txBody>
          <a:bodyPr/>
          <a:lstStyle/>
          <a:p>
            <a:pPr marL="274320" indent="-274320" algn="just">
              <a:lnSpc>
                <a:spcPct val="200000"/>
              </a:lnSpc>
              <a:buChar char="•"/>
            </a:pPr>
            <a:r>
              <a:rPr lang="en-US" sz="1800" b="0" dirty="0"/>
              <a:t>Caching is all about application performance optimization and it sits between your application and the database to avoid the number of database hits as many as possible to give a better performance for performance critical applications.</a:t>
            </a:r>
          </a:p>
          <a:p>
            <a:pPr marL="274320" indent="-274320" algn="just">
              <a:lnSpc>
                <a:spcPct val="200000"/>
              </a:lnSpc>
              <a:buChar char="•"/>
            </a:pPr>
            <a:r>
              <a:rPr lang="en-US" sz="1800" b="0" dirty="0"/>
              <a:t>The ORM provides a caching mechanism , which helps reduce the number of hits with DBMS, as much as possible. This will have a considerable effect regarding the performance of your application.</a:t>
            </a:r>
          </a:p>
          <a:p>
            <a:pPr marL="274320" indent="-274320" algn="just">
              <a:lnSpc>
                <a:spcPct val="200000"/>
              </a:lnSpc>
              <a:buChar char="•"/>
            </a:pPr>
            <a:r>
              <a:rPr lang="en-US" sz="1800" b="0" dirty="0"/>
              <a:t>But there is no such caching mechanism available in JDBC.</a:t>
            </a:r>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Problems with JDBC – Cache Mechanisms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9</a:t>
            </a:fld>
            <a:endParaRPr lang="en-US" dirty="0"/>
          </a:p>
        </p:txBody>
      </p:sp>
    </p:spTree>
    <p:extLst>
      <p:ext uri="{BB962C8B-B14F-4D97-AF65-F5344CB8AC3E}">
        <p14:creationId xmlns:p14="http://schemas.microsoft.com/office/powerpoint/2010/main" val="1423857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27858"/>
            <a:ext cx="10576065" cy="5297972"/>
          </a:xfrm>
        </p:spPr>
        <p:txBody>
          <a:bodyPr/>
          <a:lstStyle/>
          <a:p>
            <a:pPr marL="274320" indent="-274320" algn="just">
              <a:lnSpc>
                <a:spcPct val="200000"/>
              </a:lnSpc>
              <a:buChar char="•"/>
            </a:pPr>
            <a:r>
              <a:rPr lang="en-US" sz="1800" b="0" dirty="0"/>
              <a:t>It is open source object-relational mapping (ORM) for Java.</a:t>
            </a:r>
          </a:p>
          <a:p>
            <a:pPr marL="274320" indent="-274320" algn="just">
              <a:lnSpc>
                <a:spcPct val="200000"/>
              </a:lnSpc>
              <a:buChar char="•"/>
            </a:pPr>
            <a:r>
              <a:rPr lang="en-US" sz="1800" b="0" dirty="0"/>
              <a:t>Hibernate is responsible for making data persistent by storing it in a database.</a:t>
            </a:r>
          </a:p>
          <a:p>
            <a:pPr marL="274320" indent="-274320" algn="just">
              <a:lnSpc>
                <a:spcPct val="200000"/>
              </a:lnSpc>
              <a:buChar char="•"/>
            </a:pPr>
            <a:r>
              <a:rPr lang="en-US" altLang="en-US" sz="1800" b="0" dirty="0"/>
              <a:t>Hibernate sits between your code and the database</a:t>
            </a:r>
          </a:p>
          <a:p>
            <a:pPr marL="274320" indent="-274320" algn="just">
              <a:lnSpc>
                <a:spcPct val="200000"/>
              </a:lnSpc>
              <a:buChar char="•"/>
            </a:pPr>
            <a:r>
              <a:rPr lang="en-US" altLang="en-US" sz="1800" b="0" dirty="0"/>
              <a:t>Maps persistent objects to tables in the database</a:t>
            </a:r>
          </a:p>
          <a:p>
            <a:pPr marL="274320" indent="-274320" algn="just">
              <a:lnSpc>
                <a:spcPct val="200000"/>
              </a:lnSpc>
              <a:buChar char="•"/>
            </a:pPr>
            <a:r>
              <a:rPr lang="en-US" sz="1800" b="0" dirty="0"/>
              <a:t>Works with (almost) all relational DBs</a:t>
            </a:r>
          </a:p>
          <a:p>
            <a:pPr marL="453708" lvl="5" indent="-274320" algn="just">
              <a:lnSpc>
                <a:spcPct val="200000"/>
              </a:lnSpc>
            </a:pPr>
            <a:r>
              <a:rPr lang="en-US" sz="1800" b="0" dirty="0">
                <a:solidFill>
                  <a:schemeClr val="tx1"/>
                </a:solidFill>
              </a:rPr>
              <a:t>DB2, </a:t>
            </a:r>
            <a:r>
              <a:rPr lang="en-US" sz="1800" b="0" dirty="0" err="1">
                <a:solidFill>
                  <a:schemeClr val="tx1"/>
                </a:solidFill>
              </a:rPr>
              <a:t>FrontBase</a:t>
            </a:r>
            <a:r>
              <a:rPr lang="en-US" sz="1800" b="0" dirty="0">
                <a:solidFill>
                  <a:schemeClr val="tx1"/>
                </a:solidFill>
              </a:rPr>
              <a:t>, HSQLDB, Informix, Ingres,</a:t>
            </a:r>
          </a:p>
          <a:p>
            <a:pPr marL="453708" lvl="5" indent="-274320" algn="just">
              <a:lnSpc>
                <a:spcPct val="200000"/>
              </a:lnSpc>
            </a:pPr>
            <a:r>
              <a:rPr lang="en-US" sz="1800" b="0" dirty="0">
                <a:solidFill>
                  <a:schemeClr val="tx1"/>
                </a:solidFill>
              </a:rPr>
              <a:t>MySQL, Oracle, </a:t>
            </a:r>
            <a:r>
              <a:rPr lang="en-US" sz="1800" b="0" dirty="0" err="1">
                <a:solidFill>
                  <a:schemeClr val="tx1"/>
                </a:solidFill>
              </a:rPr>
              <a:t>Pointbase</a:t>
            </a:r>
            <a:r>
              <a:rPr lang="en-US" sz="1800" b="0" dirty="0">
                <a:solidFill>
                  <a:schemeClr val="tx1"/>
                </a:solidFill>
              </a:rPr>
              <a:t>, PostgreSQL, Progress,</a:t>
            </a:r>
          </a:p>
          <a:p>
            <a:pPr marL="453708" lvl="5" indent="-274320" algn="just">
              <a:lnSpc>
                <a:spcPct val="200000"/>
              </a:lnSpc>
            </a:pPr>
            <a:r>
              <a:rPr lang="en-US" sz="1800" b="0" dirty="0">
                <a:solidFill>
                  <a:schemeClr val="tx1"/>
                </a:solidFill>
              </a:rPr>
              <a:t>SAP DB, SQL Server, Sybase, etc...</a:t>
            </a:r>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What is Hibernate ?</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10</a:t>
            </a:fld>
            <a:endParaRPr lang="en-US" dirty="0"/>
          </a:p>
        </p:txBody>
      </p:sp>
      <p:pic>
        <p:nvPicPr>
          <p:cNvPr id="7" name="Picture 2">
            <a:extLst>
              <a:ext uri="{FF2B5EF4-FFF2-40B4-BE49-F238E27FC236}">
                <a16:creationId xmlns:a16="http://schemas.microsoft.com/office/drawing/2014/main" id="{5F68AAD2-A5C1-ADA1-2791-F37DF3B2C3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379063" y="2607458"/>
            <a:ext cx="3830277" cy="3830277"/>
          </a:xfrm>
          <a:prstGeom prst="rect">
            <a:avLst/>
          </a:prstGeom>
          <a:noFill/>
        </p:spPr>
      </p:pic>
    </p:spTree>
    <p:extLst>
      <p:ext uri="{BB962C8B-B14F-4D97-AF65-F5344CB8AC3E}">
        <p14:creationId xmlns:p14="http://schemas.microsoft.com/office/powerpoint/2010/main" val="1075242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27858"/>
            <a:ext cx="10576065" cy="5297972"/>
          </a:xfrm>
        </p:spPr>
        <p:txBody>
          <a:bodyPr/>
          <a:lstStyle/>
          <a:p>
            <a:r>
              <a:rPr lang="en-US" sz="1800" dirty="0"/>
              <a:t>Database Neutral</a:t>
            </a:r>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r>
              <a:rPr lang="en-US" altLang="en-US" sz="1800" dirty="0"/>
              <a:t>Mapping of Java Object with Database Table</a:t>
            </a:r>
          </a:p>
          <a:p>
            <a:endParaRPr lang="en-US" sz="1800" dirty="0"/>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Need for Hibernate</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11</a:t>
            </a:fld>
            <a:endParaRPr lang="en-US" dirty="0"/>
          </a:p>
        </p:txBody>
      </p:sp>
      <p:sp>
        <p:nvSpPr>
          <p:cNvPr id="8" name="Rectangle 7">
            <a:extLst>
              <a:ext uri="{FF2B5EF4-FFF2-40B4-BE49-F238E27FC236}">
                <a16:creationId xmlns:a16="http://schemas.microsoft.com/office/drawing/2014/main" id="{0266B011-6B4A-3E4A-D729-28E88586B02C}"/>
              </a:ext>
            </a:extLst>
          </p:cNvPr>
          <p:cNvSpPr/>
          <p:nvPr/>
        </p:nvSpPr>
        <p:spPr>
          <a:xfrm>
            <a:off x="2024109" y="2017999"/>
            <a:ext cx="1524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dirty="0">
                <a:latin typeface="Arial" panose="020B0604020202020204" pitchFamily="34" charset="0"/>
                <a:cs typeface="Arial" panose="020B0604020202020204" pitchFamily="34" charset="0"/>
              </a:rPr>
              <a:t>Application</a:t>
            </a:r>
          </a:p>
        </p:txBody>
      </p:sp>
      <p:sp>
        <p:nvSpPr>
          <p:cNvPr id="9" name="Rectangle 8">
            <a:extLst>
              <a:ext uri="{FF2B5EF4-FFF2-40B4-BE49-F238E27FC236}">
                <a16:creationId xmlns:a16="http://schemas.microsoft.com/office/drawing/2014/main" id="{09821FF1-EF15-6D27-A4E2-06014B655BDF}"/>
              </a:ext>
            </a:extLst>
          </p:cNvPr>
          <p:cNvSpPr/>
          <p:nvPr/>
        </p:nvSpPr>
        <p:spPr>
          <a:xfrm>
            <a:off x="4005309" y="1789399"/>
            <a:ext cx="3048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dirty="0">
                <a:latin typeface="Arial" panose="020B0604020202020204" pitchFamily="34" charset="0"/>
                <a:cs typeface="Arial" panose="020B0604020202020204" pitchFamily="34" charset="0"/>
              </a:rPr>
              <a:t>H</a:t>
            </a:r>
          </a:p>
          <a:p>
            <a:pPr algn="ctr" fontAlgn="auto">
              <a:spcBef>
                <a:spcPts val="0"/>
              </a:spcBef>
              <a:spcAft>
                <a:spcPts val="0"/>
              </a:spcAft>
              <a:defRPr/>
            </a:pPr>
            <a:r>
              <a:rPr lang="en-US" sz="1000" dirty="0" err="1">
                <a:latin typeface="Arial" panose="020B0604020202020204" pitchFamily="34" charset="0"/>
                <a:cs typeface="Arial" panose="020B0604020202020204" pitchFamily="34" charset="0"/>
              </a:rPr>
              <a:t>i</a:t>
            </a:r>
            <a:endParaRPr lang="en-US" sz="1000" dirty="0">
              <a:latin typeface="Arial" panose="020B0604020202020204" pitchFamily="34" charset="0"/>
              <a:cs typeface="Arial" panose="020B0604020202020204" pitchFamily="34" charset="0"/>
            </a:endParaRPr>
          </a:p>
          <a:p>
            <a:pPr algn="ctr" fontAlgn="auto">
              <a:spcBef>
                <a:spcPts val="0"/>
              </a:spcBef>
              <a:spcAft>
                <a:spcPts val="0"/>
              </a:spcAft>
              <a:defRPr/>
            </a:pPr>
            <a:r>
              <a:rPr lang="en-US" sz="1000" dirty="0">
                <a:latin typeface="Arial" panose="020B0604020202020204" pitchFamily="34" charset="0"/>
                <a:cs typeface="Arial" panose="020B0604020202020204" pitchFamily="34" charset="0"/>
              </a:rPr>
              <a:t>Be</a:t>
            </a:r>
          </a:p>
          <a:p>
            <a:pPr algn="ctr" fontAlgn="auto">
              <a:spcBef>
                <a:spcPts val="0"/>
              </a:spcBef>
              <a:spcAft>
                <a:spcPts val="0"/>
              </a:spcAft>
              <a:defRPr/>
            </a:pPr>
            <a:r>
              <a:rPr lang="en-US" sz="1000" dirty="0">
                <a:latin typeface="Arial" panose="020B0604020202020204" pitchFamily="34" charset="0"/>
                <a:cs typeface="Arial" panose="020B0604020202020204" pitchFamily="34" charset="0"/>
              </a:rPr>
              <a:t>r</a:t>
            </a:r>
          </a:p>
          <a:p>
            <a:pPr algn="ctr" fontAlgn="auto">
              <a:spcBef>
                <a:spcPts val="0"/>
              </a:spcBef>
              <a:spcAft>
                <a:spcPts val="0"/>
              </a:spcAft>
              <a:defRPr/>
            </a:pPr>
            <a:r>
              <a:rPr lang="en-US" sz="1000" dirty="0" err="1">
                <a:latin typeface="Arial" panose="020B0604020202020204" pitchFamily="34" charset="0"/>
                <a:cs typeface="Arial" panose="020B0604020202020204" pitchFamily="34" charset="0"/>
              </a:rPr>
              <a:t>na</a:t>
            </a:r>
            <a:endParaRPr lang="en-US" sz="1000" dirty="0">
              <a:latin typeface="Arial" panose="020B0604020202020204" pitchFamily="34" charset="0"/>
              <a:cs typeface="Arial" panose="020B0604020202020204" pitchFamily="34" charset="0"/>
            </a:endParaRPr>
          </a:p>
          <a:p>
            <a:pPr algn="ctr" fontAlgn="auto">
              <a:spcBef>
                <a:spcPts val="0"/>
              </a:spcBef>
              <a:spcAft>
                <a:spcPts val="0"/>
              </a:spcAft>
              <a:defRPr/>
            </a:pPr>
            <a:r>
              <a:rPr lang="en-US" sz="1000" dirty="0">
                <a:latin typeface="Arial" panose="020B0604020202020204" pitchFamily="34" charset="0"/>
                <a:cs typeface="Arial" panose="020B0604020202020204" pitchFamily="34" charset="0"/>
              </a:rPr>
              <a:t>t</a:t>
            </a:r>
          </a:p>
          <a:p>
            <a:pPr algn="ctr" fontAlgn="auto">
              <a:spcBef>
                <a:spcPts val="0"/>
              </a:spcBef>
              <a:spcAft>
                <a:spcPts val="0"/>
              </a:spcAft>
              <a:defRPr/>
            </a:pPr>
            <a:r>
              <a:rPr lang="en-US" sz="1000" dirty="0">
                <a:latin typeface="Arial" panose="020B0604020202020204" pitchFamily="34" charset="0"/>
                <a:cs typeface="Arial" panose="020B0604020202020204" pitchFamily="34" charset="0"/>
              </a:rPr>
              <a:t>e</a:t>
            </a:r>
          </a:p>
        </p:txBody>
      </p:sp>
      <p:sp>
        <p:nvSpPr>
          <p:cNvPr id="10" name="Can 6">
            <a:extLst>
              <a:ext uri="{FF2B5EF4-FFF2-40B4-BE49-F238E27FC236}">
                <a16:creationId xmlns:a16="http://schemas.microsoft.com/office/drawing/2014/main" id="{371F3DC8-1312-14C6-D319-25B25AC951EB}"/>
              </a:ext>
            </a:extLst>
          </p:cNvPr>
          <p:cNvSpPr/>
          <p:nvPr/>
        </p:nvSpPr>
        <p:spPr>
          <a:xfrm>
            <a:off x="5072109" y="1941799"/>
            <a:ext cx="609600" cy="42691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dirty="0">
                <a:latin typeface="Arial" panose="020B0604020202020204" pitchFamily="34" charset="0"/>
                <a:cs typeface="Arial" panose="020B0604020202020204" pitchFamily="34" charset="0"/>
              </a:rPr>
              <a:t>Oracle</a:t>
            </a:r>
          </a:p>
        </p:txBody>
      </p:sp>
      <p:sp>
        <p:nvSpPr>
          <p:cNvPr id="11" name="Can 9">
            <a:extLst>
              <a:ext uri="{FF2B5EF4-FFF2-40B4-BE49-F238E27FC236}">
                <a16:creationId xmlns:a16="http://schemas.microsoft.com/office/drawing/2014/main" id="{48E02DE9-EC00-7580-3A4D-D7D3381DA85E}"/>
              </a:ext>
            </a:extLst>
          </p:cNvPr>
          <p:cNvSpPr/>
          <p:nvPr/>
        </p:nvSpPr>
        <p:spPr>
          <a:xfrm>
            <a:off x="5072109" y="2703799"/>
            <a:ext cx="609600" cy="4572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dirty="0" err="1">
                <a:latin typeface="Arial" panose="020B0604020202020204" pitchFamily="34" charset="0"/>
                <a:cs typeface="Arial" panose="020B0604020202020204" pitchFamily="34" charset="0"/>
              </a:rPr>
              <a:t>MySQL</a:t>
            </a:r>
            <a:endParaRPr lang="en-US" sz="1000" dirty="0">
              <a:latin typeface="Arial" panose="020B0604020202020204" pitchFamily="34" charset="0"/>
              <a:cs typeface="Arial" panose="020B0604020202020204" pitchFamily="34" charset="0"/>
            </a:endParaRPr>
          </a:p>
        </p:txBody>
      </p:sp>
      <p:sp>
        <p:nvSpPr>
          <p:cNvPr id="12" name="Can 10">
            <a:extLst>
              <a:ext uri="{FF2B5EF4-FFF2-40B4-BE49-F238E27FC236}">
                <a16:creationId xmlns:a16="http://schemas.microsoft.com/office/drawing/2014/main" id="{15E5150E-A805-7381-5530-39D338530CEE}"/>
              </a:ext>
            </a:extLst>
          </p:cNvPr>
          <p:cNvSpPr/>
          <p:nvPr/>
        </p:nvSpPr>
        <p:spPr>
          <a:xfrm>
            <a:off x="6138909" y="2322799"/>
            <a:ext cx="533400" cy="4572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dirty="0">
                <a:latin typeface="Arial" panose="020B0604020202020204" pitchFamily="34" charset="0"/>
                <a:cs typeface="Arial" panose="020B0604020202020204" pitchFamily="34" charset="0"/>
              </a:rPr>
              <a:t>DB2</a:t>
            </a:r>
          </a:p>
        </p:txBody>
      </p:sp>
      <p:cxnSp>
        <p:nvCxnSpPr>
          <p:cNvPr id="13" name="Straight Arrow Connector 12">
            <a:extLst>
              <a:ext uri="{FF2B5EF4-FFF2-40B4-BE49-F238E27FC236}">
                <a16:creationId xmlns:a16="http://schemas.microsoft.com/office/drawing/2014/main" id="{A48901C6-18BB-FCE3-EA2B-1C6899A07BE5}"/>
              </a:ext>
            </a:extLst>
          </p:cNvPr>
          <p:cNvCxnSpPr>
            <a:endCxn id="9" idx="1"/>
          </p:cNvCxnSpPr>
          <p:nvPr/>
        </p:nvCxnSpPr>
        <p:spPr>
          <a:xfrm>
            <a:off x="3548109" y="2475199"/>
            <a:ext cx="4572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C5AC7CB-B4ED-2F26-38CF-8B7E165375A6}"/>
              </a:ext>
            </a:extLst>
          </p:cNvPr>
          <p:cNvCxnSpPr>
            <a:cxnSpLocks/>
            <a:endCxn id="10" idx="2"/>
          </p:cNvCxnSpPr>
          <p:nvPr/>
        </p:nvCxnSpPr>
        <p:spPr>
          <a:xfrm flipV="1">
            <a:off x="4310109" y="2155256"/>
            <a:ext cx="762000" cy="913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9DE1373-7BB1-F871-5B9B-250E2CC8E961}"/>
              </a:ext>
            </a:extLst>
          </p:cNvPr>
          <p:cNvCxnSpPr>
            <a:stCxn id="9" idx="3"/>
            <a:endCxn id="12" idx="2"/>
          </p:cNvCxnSpPr>
          <p:nvPr/>
        </p:nvCxnSpPr>
        <p:spPr>
          <a:xfrm>
            <a:off x="4310109" y="2551399"/>
            <a:ext cx="1828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36557E2-D8E6-D2AF-5E9A-F9745E098378}"/>
              </a:ext>
            </a:extLst>
          </p:cNvPr>
          <p:cNvCxnSpPr>
            <a:endCxn id="11" idx="2"/>
          </p:cNvCxnSpPr>
          <p:nvPr/>
        </p:nvCxnSpPr>
        <p:spPr>
          <a:xfrm>
            <a:off x="4310109" y="2932399"/>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object 4">
            <a:extLst>
              <a:ext uri="{FF2B5EF4-FFF2-40B4-BE49-F238E27FC236}">
                <a16:creationId xmlns:a16="http://schemas.microsoft.com/office/drawing/2014/main" id="{5FCCC4A6-0EE5-F4EC-8A0A-8DFF39988F69}"/>
              </a:ext>
            </a:extLst>
          </p:cNvPr>
          <p:cNvSpPr txBox="1"/>
          <p:nvPr/>
        </p:nvSpPr>
        <p:spPr>
          <a:xfrm>
            <a:off x="1601701" y="4453008"/>
            <a:ext cx="4539448" cy="1225977"/>
          </a:xfrm>
          <a:prstGeom prst="rect">
            <a:avLst/>
          </a:prstGeom>
          <a:solidFill>
            <a:schemeClr val="accent4">
              <a:lumMod val="20000"/>
              <a:lumOff val="80000"/>
            </a:schemeClr>
          </a:solidFill>
          <a:ln w="9144">
            <a:solidFill>
              <a:schemeClr val="tx1"/>
            </a:solidFill>
          </a:ln>
        </p:spPr>
        <p:txBody>
          <a:bodyPr vert="horz" wrap="square" lIns="0" tIns="20320" rIns="0" bIns="0" rtlCol="0">
            <a:spAutoFit/>
          </a:bodyPr>
          <a:lstStyle/>
          <a:p>
            <a:pPr marL="544195" marR="1204595" indent="-457200">
              <a:lnSpc>
                <a:spcPct val="100000"/>
              </a:lnSpc>
              <a:spcBef>
                <a:spcPts val="160"/>
              </a:spcBef>
            </a:pPr>
            <a:r>
              <a:rPr sz="1500" dirty="0">
                <a:latin typeface="Arial" panose="020B0604020202020204" pitchFamily="34" charset="0"/>
                <a:cs typeface="Arial" panose="020B0604020202020204" pitchFamily="34" charset="0"/>
              </a:rPr>
              <a:t>public class </a:t>
            </a:r>
            <a:r>
              <a:rPr lang="en-US" sz="1500" dirty="0">
                <a:latin typeface="Arial" panose="020B0604020202020204" pitchFamily="34" charset="0"/>
                <a:cs typeface="Arial" panose="020B0604020202020204" pitchFamily="34" charset="0"/>
              </a:rPr>
              <a:t>Employee</a:t>
            </a:r>
            <a:r>
              <a:rPr sz="1500" dirty="0">
                <a:latin typeface="Arial" panose="020B0604020202020204" pitchFamily="34" charset="0"/>
                <a:cs typeface="Arial" panose="020B0604020202020204" pitchFamily="34" charset="0"/>
              </a:rPr>
              <a:t> {  </a:t>
            </a:r>
            <a:endParaRPr lang="en-US" sz="1500" dirty="0">
              <a:latin typeface="Arial" panose="020B0604020202020204" pitchFamily="34" charset="0"/>
              <a:cs typeface="Arial" panose="020B0604020202020204" pitchFamily="34" charset="0"/>
            </a:endParaRPr>
          </a:p>
          <a:p>
            <a:pPr marL="544195" marR="1204595" indent="-457200">
              <a:lnSpc>
                <a:spcPct val="100000"/>
              </a:lnSpc>
              <a:spcBef>
                <a:spcPts val="160"/>
              </a:spcBef>
            </a:pPr>
            <a:r>
              <a:rPr lang="en-US" sz="1500" dirty="0">
                <a:latin typeface="Arial" panose="020B0604020202020204" pitchFamily="34" charset="0"/>
                <a:cs typeface="Arial" panose="020B0604020202020204" pitchFamily="34" charset="0"/>
              </a:rPr>
              <a:t>	</a:t>
            </a:r>
            <a:r>
              <a:rPr sz="1500" dirty="0">
                <a:latin typeface="Arial" panose="020B0604020202020204" pitchFamily="34" charset="0"/>
                <a:cs typeface="Arial" panose="020B0604020202020204" pitchFamily="34" charset="0"/>
              </a:rPr>
              <a:t>private int id;  </a:t>
            </a:r>
            <a:endParaRPr lang="en-US" sz="1500" dirty="0">
              <a:latin typeface="Arial" panose="020B0604020202020204" pitchFamily="34" charset="0"/>
              <a:cs typeface="Arial" panose="020B0604020202020204" pitchFamily="34" charset="0"/>
            </a:endParaRPr>
          </a:p>
          <a:p>
            <a:pPr marL="544195" marR="1204595" indent="-457200">
              <a:lnSpc>
                <a:spcPct val="100000"/>
              </a:lnSpc>
              <a:spcBef>
                <a:spcPts val="160"/>
              </a:spcBef>
            </a:pPr>
            <a:r>
              <a:rPr lang="en-US" sz="1500" dirty="0">
                <a:latin typeface="Arial" panose="020B0604020202020204" pitchFamily="34" charset="0"/>
                <a:cs typeface="Arial" panose="020B0604020202020204" pitchFamily="34" charset="0"/>
              </a:rPr>
              <a:t>	private</a:t>
            </a:r>
            <a:r>
              <a:rPr sz="1500" dirty="0">
                <a:latin typeface="Arial" panose="020B0604020202020204" pitchFamily="34" charset="0"/>
                <a:cs typeface="Arial" panose="020B0604020202020204" pitchFamily="34" charset="0"/>
              </a:rPr>
              <a:t> String name;</a:t>
            </a:r>
          </a:p>
          <a:p>
            <a:pPr marL="544195">
              <a:lnSpc>
                <a:spcPct val="100000"/>
              </a:lnSpc>
            </a:pPr>
            <a:r>
              <a:rPr sz="1500" dirty="0">
                <a:latin typeface="Arial" panose="020B0604020202020204" pitchFamily="34" charset="0"/>
                <a:cs typeface="Arial" panose="020B0604020202020204" pitchFamily="34" charset="0"/>
              </a:rPr>
              <a:t>private String </a:t>
            </a:r>
            <a:r>
              <a:rPr lang="en-US" sz="1500" dirty="0">
                <a:latin typeface="Arial" panose="020B0604020202020204" pitchFamily="34" charset="0"/>
                <a:cs typeface="Arial" panose="020B0604020202020204" pitchFamily="34" charset="0"/>
              </a:rPr>
              <a:t>designation</a:t>
            </a:r>
            <a:r>
              <a:rPr sz="1500" dirty="0">
                <a:latin typeface="Arial" panose="020B0604020202020204" pitchFamily="34" charset="0"/>
                <a:cs typeface="Arial" panose="020B0604020202020204" pitchFamily="34" charset="0"/>
              </a:rPr>
              <a:t>;</a:t>
            </a:r>
          </a:p>
          <a:p>
            <a:pPr marL="86995">
              <a:lnSpc>
                <a:spcPct val="100000"/>
              </a:lnSpc>
            </a:pPr>
            <a:r>
              <a:rPr sz="1500" dirty="0">
                <a:latin typeface="Arial" panose="020B0604020202020204" pitchFamily="34" charset="0"/>
                <a:cs typeface="Arial" panose="020B0604020202020204" pitchFamily="34" charset="0"/>
              </a:rPr>
              <a:t>}</a:t>
            </a:r>
          </a:p>
        </p:txBody>
      </p:sp>
      <p:sp>
        <p:nvSpPr>
          <p:cNvPr id="19" name="object 11">
            <a:extLst>
              <a:ext uri="{FF2B5EF4-FFF2-40B4-BE49-F238E27FC236}">
                <a16:creationId xmlns:a16="http://schemas.microsoft.com/office/drawing/2014/main" id="{827FF5DE-2012-3575-2C68-7176D29DF9B2}"/>
              </a:ext>
            </a:extLst>
          </p:cNvPr>
          <p:cNvSpPr txBox="1"/>
          <p:nvPr/>
        </p:nvSpPr>
        <p:spPr>
          <a:xfrm>
            <a:off x="1865790" y="6048928"/>
            <a:ext cx="3894338" cy="336631"/>
          </a:xfrm>
          <a:prstGeom prst="rect">
            <a:avLst/>
          </a:prstGeom>
          <a:solidFill>
            <a:schemeClr val="accent5">
              <a:lumMod val="20000"/>
              <a:lumOff val="80000"/>
            </a:schemeClr>
          </a:solidFill>
          <a:ln w="9144">
            <a:solidFill>
              <a:srgbClr val="000000"/>
            </a:solidFill>
          </a:ln>
        </p:spPr>
        <p:txBody>
          <a:bodyPr vert="horz" wrap="square" lIns="0" tIns="59055" rIns="0" bIns="0" rtlCol="0">
            <a:spAutoFit/>
          </a:bodyPr>
          <a:lstStyle/>
          <a:p>
            <a:pPr marL="86995">
              <a:lnSpc>
                <a:spcPct val="100000"/>
              </a:lnSpc>
              <a:spcBef>
                <a:spcPts val="465"/>
              </a:spcBef>
            </a:pPr>
            <a:r>
              <a:rPr sz="1800" spc="-5" dirty="0">
                <a:latin typeface="Arial" panose="020B0604020202020204" pitchFamily="34" charset="0"/>
                <a:cs typeface="Arial" panose="020B0604020202020204" pitchFamily="34" charset="0"/>
              </a:rPr>
              <a:t>Java </a:t>
            </a:r>
            <a:r>
              <a:rPr lang="en-US" sz="1800" spc="-5" dirty="0">
                <a:latin typeface="Arial" panose="020B0604020202020204" pitchFamily="34" charset="0"/>
                <a:cs typeface="Arial" panose="020B0604020202020204" pitchFamily="34" charset="0"/>
              </a:rPr>
              <a:t>Bean Class</a:t>
            </a:r>
            <a:r>
              <a:rPr sz="1800" spc="-45" dirty="0">
                <a:latin typeface="Arial" panose="020B0604020202020204" pitchFamily="34" charset="0"/>
                <a:cs typeface="Arial" panose="020B0604020202020204" pitchFamily="34" charset="0"/>
              </a:rPr>
              <a:t> </a:t>
            </a:r>
            <a:r>
              <a:rPr sz="1800" spc="-15" dirty="0">
                <a:latin typeface="Arial" panose="020B0604020202020204" pitchFamily="34" charset="0"/>
                <a:cs typeface="Arial" panose="020B0604020202020204" pitchFamily="34" charset="0"/>
              </a:rPr>
              <a:t>with</a:t>
            </a:r>
            <a:r>
              <a:rPr lang="en-US" sz="1800" spc="-15" dirty="0">
                <a:latin typeface="Arial" panose="020B0604020202020204" pitchFamily="34" charset="0"/>
                <a:cs typeface="Arial" panose="020B0604020202020204" pitchFamily="34" charset="0"/>
              </a:rPr>
              <a:t> </a:t>
            </a:r>
            <a:r>
              <a:rPr sz="1800" spc="-5" dirty="0">
                <a:latin typeface="Arial" panose="020B0604020202020204" pitchFamily="34" charset="0"/>
                <a:cs typeface="Arial" panose="020B0604020202020204" pitchFamily="34" charset="0"/>
              </a:rPr>
              <a:t>properties </a:t>
            </a:r>
            <a:endParaRPr sz="1800" dirty="0">
              <a:latin typeface="Arial" panose="020B0604020202020204" pitchFamily="34" charset="0"/>
              <a:cs typeface="Arial" panose="020B0604020202020204" pitchFamily="34" charset="0"/>
            </a:endParaRPr>
          </a:p>
        </p:txBody>
      </p:sp>
      <p:sp>
        <p:nvSpPr>
          <p:cNvPr id="20" name="object 13">
            <a:extLst>
              <a:ext uri="{FF2B5EF4-FFF2-40B4-BE49-F238E27FC236}">
                <a16:creationId xmlns:a16="http://schemas.microsoft.com/office/drawing/2014/main" id="{BC9726D8-BBA6-C3C0-A562-446A96C579E2}"/>
              </a:ext>
            </a:extLst>
          </p:cNvPr>
          <p:cNvSpPr/>
          <p:nvPr/>
        </p:nvSpPr>
        <p:spPr>
          <a:xfrm>
            <a:off x="3764132" y="5678985"/>
            <a:ext cx="97654" cy="337349"/>
          </a:xfrm>
          <a:custGeom>
            <a:avLst/>
            <a:gdLst/>
            <a:ahLst/>
            <a:cxnLst/>
            <a:rect l="l" t="t" r="r" b="b"/>
            <a:pathLst>
              <a:path w="76200" h="381000">
                <a:moveTo>
                  <a:pt x="44450" y="63500"/>
                </a:moveTo>
                <a:lnTo>
                  <a:pt x="31750" y="63500"/>
                </a:lnTo>
                <a:lnTo>
                  <a:pt x="31750" y="381000"/>
                </a:lnTo>
                <a:lnTo>
                  <a:pt x="44450" y="381000"/>
                </a:lnTo>
                <a:lnTo>
                  <a:pt x="44450" y="63500"/>
                </a:lnTo>
                <a:close/>
              </a:path>
              <a:path w="76200" h="381000">
                <a:moveTo>
                  <a:pt x="38100" y="0"/>
                </a:moveTo>
                <a:lnTo>
                  <a:pt x="0" y="76200"/>
                </a:lnTo>
                <a:lnTo>
                  <a:pt x="31750" y="76200"/>
                </a:lnTo>
                <a:lnTo>
                  <a:pt x="31750" y="63500"/>
                </a:lnTo>
                <a:lnTo>
                  <a:pt x="69850" y="63500"/>
                </a:lnTo>
                <a:lnTo>
                  <a:pt x="38100" y="0"/>
                </a:lnTo>
                <a:close/>
              </a:path>
              <a:path w="76200" h="381000">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dirty="0">
              <a:latin typeface="Arial" panose="020B0604020202020204" pitchFamily="34" charset="0"/>
              <a:cs typeface="Arial" panose="020B0604020202020204" pitchFamily="34" charset="0"/>
            </a:endParaRPr>
          </a:p>
        </p:txBody>
      </p:sp>
      <p:sp>
        <p:nvSpPr>
          <p:cNvPr id="21" name="Text Box 4">
            <a:extLst>
              <a:ext uri="{FF2B5EF4-FFF2-40B4-BE49-F238E27FC236}">
                <a16:creationId xmlns:a16="http://schemas.microsoft.com/office/drawing/2014/main" id="{83490ECE-07BE-D0CF-74DF-A944FAC2F0D2}"/>
              </a:ext>
            </a:extLst>
          </p:cNvPr>
          <p:cNvSpPr txBox="1">
            <a:spLocks noChangeArrowheads="1"/>
          </p:cNvSpPr>
          <p:nvPr/>
        </p:nvSpPr>
        <p:spPr bwMode="auto">
          <a:xfrm>
            <a:off x="7318336" y="4269779"/>
            <a:ext cx="3358793" cy="1384995"/>
          </a:xfrm>
          <a:prstGeom prst="rect">
            <a:avLst/>
          </a:prstGeom>
          <a:solidFill>
            <a:schemeClr val="accent4">
              <a:lumMod val="20000"/>
              <a:lumOff val="80000"/>
            </a:schemeClr>
          </a:solidFill>
          <a:ln w="12700">
            <a:solidFill>
              <a:schemeClr val="tx1"/>
            </a:solidFill>
            <a:miter lim="800000"/>
            <a:headEnd/>
            <a:tailEnd/>
          </a:ln>
          <a:effectLst/>
        </p:spPr>
        <p:txBody>
          <a:bodyPr wrap="square">
            <a:spAutoFit/>
          </a:bodyPr>
          <a:lstStyle>
            <a:lvl1pPr>
              <a:tabLst>
                <a:tab pos="762000" algn="l"/>
                <a:tab pos="2098675" algn="l"/>
              </a:tabLst>
              <a:defRPr sz="2800">
                <a:solidFill>
                  <a:schemeClr val="tx1"/>
                </a:solidFill>
                <a:latin typeface="Times New Roman" panose="02020603050405020304" pitchFamily="18" charset="0"/>
                <a:cs typeface="Times New Roman" panose="02020603050405020304" pitchFamily="18" charset="0"/>
              </a:defRPr>
            </a:lvl1pPr>
            <a:lvl2pPr>
              <a:tabLst>
                <a:tab pos="762000" algn="l"/>
                <a:tab pos="2098675" algn="l"/>
              </a:tabLst>
              <a:defRPr sz="2800">
                <a:solidFill>
                  <a:schemeClr val="tx1"/>
                </a:solidFill>
                <a:latin typeface="Times New Roman" panose="02020603050405020304" pitchFamily="18" charset="0"/>
                <a:cs typeface="Times New Roman" panose="02020603050405020304" pitchFamily="18" charset="0"/>
              </a:defRPr>
            </a:lvl2pPr>
            <a:lvl3pPr>
              <a:tabLst>
                <a:tab pos="762000" algn="l"/>
                <a:tab pos="2098675" algn="l"/>
              </a:tabLst>
              <a:defRPr sz="2800">
                <a:solidFill>
                  <a:schemeClr val="tx1"/>
                </a:solidFill>
                <a:latin typeface="Times New Roman" panose="02020603050405020304" pitchFamily="18" charset="0"/>
                <a:cs typeface="Times New Roman" panose="02020603050405020304" pitchFamily="18" charset="0"/>
              </a:defRPr>
            </a:lvl3pPr>
            <a:lvl4pPr>
              <a:tabLst>
                <a:tab pos="762000" algn="l"/>
                <a:tab pos="2098675" algn="l"/>
              </a:tabLst>
              <a:defRPr sz="2800">
                <a:solidFill>
                  <a:schemeClr val="tx1"/>
                </a:solidFill>
                <a:latin typeface="Times New Roman" panose="02020603050405020304" pitchFamily="18" charset="0"/>
                <a:cs typeface="Times New Roman" panose="02020603050405020304" pitchFamily="18" charset="0"/>
              </a:defRPr>
            </a:lvl4pPr>
            <a:lvl5pPr>
              <a:tabLst>
                <a:tab pos="762000" algn="l"/>
                <a:tab pos="2098675" algn="l"/>
              </a:tabLst>
              <a:defRPr sz="2800">
                <a:solidFill>
                  <a:schemeClr val="tx1"/>
                </a:solidFill>
                <a:latin typeface="Times New Roman" panose="02020603050405020304" pitchFamily="18" charset="0"/>
                <a:cs typeface="Times New Roman" panose="02020603050405020304" pitchFamily="18" charset="0"/>
              </a:defRPr>
            </a:lvl5pPr>
            <a:lvl6pPr fontAlgn="base">
              <a:spcBef>
                <a:spcPct val="0"/>
              </a:spcBef>
              <a:spcAft>
                <a:spcPct val="0"/>
              </a:spcAft>
              <a:tabLst>
                <a:tab pos="762000" algn="l"/>
                <a:tab pos="2098675" algn="l"/>
              </a:tabLst>
              <a:defRPr sz="2800">
                <a:solidFill>
                  <a:schemeClr val="tx1"/>
                </a:solidFill>
                <a:latin typeface="Times New Roman" panose="02020603050405020304" pitchFamily="18" charset="0"/>
                <a:cs typeface="Times New Roman" panose="02020603050405020304" pitchFamily="18" charset="0"/>
              </a:defRPr>
            </a:lvl6pPr>
            <a:lvl7pPr fontAlgn="base">
              <a:spcBef>
                <a:spcPct val="0"/>
              </a:spcBef>
              <a:spcAft>
                <a:spcPct val="0"/>
              </a:spcAft>
              <a:tabLst>
                <a:tab pos="762000" algn="l"/>
                <a:tab pos="2098675" algn="l"/>
              </a:tabLst>
              <a:defRPr sz="2800">
                <a:solidFill>
                  <a:schemeClr val="tx1"/>
                </a:solidFill>
                <a:latin typeface="Times New Roman" panose="02020603050405020304" pitchFamily="18" charset="0"/>
                <a:cs typeface="Times New Roman" panose="02020603050405020304" pitchFamily="18" charset="0"/>
              </a:defRPr>
            </a:lvl7pPr>
            <a:lvl8pPr fontAlgn="base">
              <a:spcBef>
                <a:spcPct val="0"/>
              </a:spcBef>
              <a:spcAft>
                <a:spcPct val="0"/>
              </a:spcAft>
              <a:tabLst>
                <a:tab pos="762000" algn="l"/>
                <a:tab pos="2098675" algn="l"/>
              </a:tabLst>
              <a:defRPr sz="2800">
                <a:solidFill>
                  <a:schemeClr val="tx1"/>
                </a:solidFill>
                <a:latin typeface="Times New Roman" panose="02020603050405020304" pitchFamily="18" charset="0"/>
                <a:cs typeface="Times New Roman" panose="02020603050405020304" pitchFamily="18" charset="0"/>
              </a:defRPr>
            </a:lvl8pPr>
            <a:lvl9pPr fontAlgn="base">
              <a:spcBef>
                <a:spcPct val="0"/>
              </a:spcBef>
              <a:spcAft>
                <a:spcPct val="0"/>
              </a:spcAft>
              <a:tabLst>
                <a:tab pos="762000" algn="l"/>
                <a:tab pos="2098675" algn="l"/>
              </a:tabLst>
              <a:defRPr sz="2800">
                <a:solidFill>
                  <a:schemeClr val="tx1"/>
                </a:solidFill>
                <a:latin typeface="Times New Roman" panose="02020603050405020304" pitchFamily="18" charset="0"/>
                <a:cs typeface="Times New Roman" panose="02020603050405020304" pitchFamily="18" charset="0"/>
              </a:defRPr>
            </a:lvl9pPr>
          </a:lstStyle>
          <a:p>
            <a:pPr algn="ctr">
              <a:spcBef>
                <a:spcPct val="20000"/>
              </a:spcBef>
            </a:pPr>
            <a:r>
              <a:rPr lang="en-US" sz="1500" dirty="0">
                <a:latin typeface="Arial" panose="020B0604020202020204" pitchFamily="34" charset="0"/>
                <a:cs typeface="Arial" panose="020B0604020202020204" pitchFamily="34" charset="0"/>
              </a:rPr>
              <a:t>Employee</a:t>
            </a:r>
            <a:endParaRPr lang="en-US" altLang="en-US" sz="1500" dirty="0">
              <a:latin typeface="Arial" panose="020B0604020202020204" pitchFamily="34" charset="0"/>
              <a:cs typeface="Arial" panose="020B0604020202020204" pitchFamily="34" charset="0"/>
            </a:endParaRPr>
          </a:p>
          <a:p>
            <a:pPr>
              <a:spcBef>
                <a:spcPct val="20000"/>
              </a:spcBef>
            </a:pPr>
            <a:r>
              <a:rPr lang="en-US" altLang="en-US" sz="1500" dirty="0">
                <a:latin typeface="Arial" panose="020B0604020202020204" pitchFamily="34" charset="0"/>
                <a:cs typeface="Arial" panose="020B0604020202020204" pitchFamily="34" charset="0"/>
              </a:rPr>
              <a:t>id	INTEGER</a:t>
            </a:r>
          </a:p>
          <a:p>
            <a:pPr>
              <a:spcBef>
                <a:spcPct val="20000"/>
              </a:spcBef>
            </a:pPr>
            <a:r>
              <a:rPr lang="en-US" altLang="en-US" sz="1500" dirty="0">
                <a:latin typeface="Arial" panose="020B0604020202020204" pitchFamily="34" charset="0"/>
                <a:cs typeface="Arial" panose="020B0604020202020204" pitchFamily="34" charset="0"/>
              </a:rPr>
              <a:t>name	VARCHAR(255)</a:t>
            </a:r>
          </a:p>
          <a:p>
            <a:pPr>
              <a:spcBef>
                <a:spcPct val="20000"/>
              </a:spcBef>
            </a:pPr>
            <a:r>
              <a:rPr lang="en-US" altLang="en-US" sz="1500" dirty="0">
                <a:latin typeface="Arial" panose="020B0604020202020204" pitchFamily="34" charset="0"/>
                <a:cs typeface="Arial" panose="020B0604020202020204" pitchFamily="34" charset="0"/>
              </a:rPr>
              <a:t>designation	VARCHAR(255)</a:t>
            </a:r>
          </a:p>
        </p:txBody>
      </p:sp>
      <p:cxnSp>
        <p:nvCxnSpPr>
          <p:cNvPr id="22" name="Straight Arrow Connector 21">
            <a:extLst>
              <a:ext uri="{FF2B5EF4-FFF2-40B4-BE49-F238E27FC236}">
                <a16:creationId xmlns:a16="http://schemas.microsoft.com/office/drawing/2014/main" id="{A2E5401F-9648-38A3-AEF4-29098D606572}"/>
              </a:ext>
            </a:extLst>
          </p:cNvPr>
          <p:cNvCxnSpPr>
            <a:cxnSpLocks/>
          </p:cNvCxnSpPr>
          <p:nvPr/>
        </p:nvCxnSpPr>
        <p:spPr>
          <a:xfrm>
            <a:off x="6223969" y="5143312"/>
            <a:ext cx="95806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object 11">
            <a:extLst>
              <a:ext uri="{FF2B5EF4-FFF2-40B4-BE49-F238E27FC236}">
                <a16:creationId xmlns:a16="http://schemas.microsoft.com/office/drawing/2014/main" id="{A46E0E8C-B5BA-8566-C56C-0A253A287B84}"/>
              </a:ext>
            </a:extLst>
          </p:cNvPr>
          <p:cNvSpPr txBox="1"/>
          <p:nvPr/>
        </p:nvSpPr>
        <p:spPr>
          <a:xfrm>
            <a:off x="7432831" y="6030752"/>
            <a:ext cx="3510533" cy="336631"/>
          </a:xfrm>
          <a:prstGeom prst="rect">
            <a:avLst/>
          </a:prstGeom>
          <a:solidFill>
            <a:schemeClr val="accent5">
              <a:lumMod val="20000"/>
              <a:lumOff val="80000"/>
            </a:schemeClr>
          </a:solidFill>
          <a:ln w="9144">
            <a:solidFill>
              <a:srgbClr val="000000"/>
            </a:solidFill>
          </a:ln>
        </p:spPr>
        <p:txBody>
          <a:bodyPr vert="horz" wrap="square" lIns="0" tIns="59055" rIns="0" bIns="0" rtlCol="0">
            <a:spAutoFit/>
          </a:bodyPr>
          <a:lstStyle/>
          <a:p>
            <a:pPr marL="86995">
              <a:lnSpc>
                <a:spcPct val="100000"/>
              </a:lnSpc>
            </a:pPr>
            <a:r>
              <a:rPr lang="en-US" sz="1800" dirty="0">
                <a:latin typeface="Arial" panose="020B0604020202020204" pitchFamily="34" charset="0"/>
                <a:cs typeface="Arial" panose="020B0604020202020204" pitchFamily="34" charset="0"/>
              </a:rPr>
              <a:t>RDBMS Table with Columns</a:t>
            </a:r>
            <a:endParaRPr sz="1800" dirty="0">
              <a:latin typeface="Arial" panose="020B0604020202020204" pitchFamily="34" charset="0"/>
              <a:cs typeface="Arial" panose="020B0604020202020204" pitchFamily="34" charset="0"/>
            </a:endParaRPr>
          </a:p>
        </p:txBody>
      </p:sp>
      <p:sp>
        <p:nvSpPr>
          <p:cNvPr id="24" name="object 13">
            <a:extLst>
              <a:ext uri="{FF2B5EF4-FFF2-40B4-BE49-F238E27FC236}">
                <a16:creationId xmlns:a16="http://schemas.microsoft.com/office/drawing/2014/main" id="{BE992942-7FBF-8758-F8F0-1FCDD50FBB7B}"/>
              </a:ext>
            </a:extLst>
          </p:cNvPr>
          <p:cNvSpPr/>
          <p:nvPr/>
        </p:nvSpPr>
        <p:spPr>
          <a:xfrm>
            <a:off x="9192462" y="5762461"/>
            <a:ext cx="97654" cy="253873"/>
          </a:xfrm>
          <a:custGeom>
            <a:avLst/>
            <a:gdLst/>
            <a:ahLst/>
            <a:cxnLst/>
            <a:rect l="l" t="t" r="r" b="b"/>
            <a:pathLst>
              <a:path w="76200" h="381000">
                <a:moveTo>
                  <a:pt x="44450" y="63500"/>
                </a:moveTo>
                <a:lnTo>
                  <a:pt x="31750" y="63500"/>
                </a:lnTo>
                <a:lnTo>
                  <a:pt x="31750" y="381000"/>
                </a:lnTo>
                <a:lnTo>
                  <a:pt x="44450" y="381000"/>
                </a:lnTo>
                <a:lnTo>
                  <a:pt x="44450" y="63500"/>
                </a:lnTo>
                <a:close/>
              </a:path>
              <a:path w="76200" h="381000">
                <a:moveTo>
                  <a:pt x="38100" y="0"/>
                </a:moveTo>
                <a:lnTo>
                  <a:pt x="0" y="76200"/>
                </a:lnTo>
                <a:lnTo>
                  <a:pt x="31750" y="76200"/>
                </a:lnTo>
                <a:lnTo>
                  <a:pt x="31750" y="63500"/>
                </a:lnTo>
                <a:lnTo>
                  <a:pt x="69850" y="63500"/>
                </a:lnTo>
                <a:lnTo>
                  <a:pt x="38100" y="0"/>
                </a:lnTo>
                <a:close/>
              </a:path>
              <a:path w="76200" h="381000">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2281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27858"/>
            <a:ext cx="10576065" cy="5297972"/>
          </a:xfrm>
        </p:spPr>
        <p:txBody>
          <a:bodyPr/>
          <a:lstStyle/>
          <a:p>
            <a:pPr marL="274320" indent="-285750" algn="just">
              <a:lnSpc>
                <a:spcPct val="200000"/>
              </a:lnSpc>
              <a:buChar char="•"/>
            </a:pPr>
            <a:r>
              <a:rPr lang="en-US" sz="1800" b="0" dirty="0"/>
              <a:t>Use an Object-Relational Mapping System such as Hibernate that provides:</a:t>
            </a:r>
          </a:p>
          <a:p>
            <a:pPr marL="453708" lvl="5" indent="-285750" algn="just">
              <a:lnSpc>
                <a:spcPct val="200000"/>
              </a:lnSpc>
            </a:pPr>
            <a:r>
              <a:rPr lang="en-US" sz="1800" b="0" dirty="0">
                <a:solidFill>
                  <a:schemeClr val="tx1"/>
                </a:solidFill>
              </a:rPr>
              <a:t>An API for performing basic CRUD (</a:t>
            </a:r>
            <a:r>
              <a:rPr lang="en-US" sz="1800" dirty="0">
                <a:solidFill>
                  <a:schemeClr val="tx1"/>
                </a:solidFill>
                <a:latin typeface="Arial"/>
                <a:cs typeface="Arial"/>
              </a:rPr>
              <a:t>Create </a:t>
            </a:r>
            <a:r>
              <a:rPr lang="en-US" sz="1800" spc="-5" dirty="0">
                <a:solidFill>
                  <a:schemeClr val="tx1"/>
                </a:solidFill>
                <a:latin typeface="Arial"/>
                <a:cs typeface="Arial"/>
              </a:rPr>
              <a:t>Read Update</a:t>
            </a:r>
            <a:r>
              <a:rPr lang="en-US" sz="1800" spc="-105" dirty="0">
                <a:solidFill>
                  <a:schemeClr val="tx1"/>
                </a:solidFill>
                <a:latin typeface="Arial"/>
                <a:cs typeface="Arial"/>
              </a:rPr>
              <a:t> </a:t>
            </a:r>
            <a:r>
              <a:rPr lang="en-US" sz="1800" dirty="0">
                <a:solidFill>
                  <a:schemeClr val="tx1"/>
                </a:solidFill>
                <a:latin typeface="Arial"/>
                <a:cs typeface="Arial"/>
              </a:rPr>
              <a:t>Delete</a:t>
            </a:r>
            <a:r>
              <a:rPr lang="en-US" sz="1800" b="1" dirty="0">
                <a:solidFill>
                  <a:schemeClr val="tx1"/>
                </a:solidFill>
                <a:latin typeface="Arial"/>
                <a:cs typeface="Arial"/>
              </a:rPr>
              <a:t>)</a:t>
            </a:r>
            <a:r>
              <a:rPr lang="en-US" sz="1800" b="0" dirty="0">
                <a:solidFill>
                  <a:schemeClr val="tx1"/>
                </a:solidFill>
              </a:rPr>
              <a:t> operations on objects of  persistent classes</a:t>
            </a:r>
          </a:p>
          <a:p>
            <a:pPr marL="453708" lvl="5" indent="-285750" algn="just">
              <a:lnSpc>
                <a:spcPct val="200000"/>
              </a:lnSpc>
            </a:pPr>
            <a:r>
              <a:rPr lang="en-US" sz="1800" dirty="0">
                <a:solidFill>
                  <a:schemeClr val="tx1"/>
                </a:solidFill>
              </a:rPr>
              <a:t>An </a:t>
            </a:r>
            <a:r>
              <a:rPr lang="en-US" sz="1800" b="0" dirty="0">
                <a:solidFill>
                  <a:schemeClr val="tx1"/>
                </a:solidFill>
              </a:rPr>
              <a:t>API for specifying queries that refer to classes and  properties of classes</a:t>
            </a:r>
          </a:p>
          <a:p>
            <a:pPr marL="274320" indent="-285750" algn="just">
              <a:lnSpc>
                <a:spcPct val="200000"/>
              </a:lnSpc>
              <a:buChar char="•"/>
            </a:pPr>
            <a:endParaRPr lang="en-US" sz="1800" b="0" dirty="0"/>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The preferred solution  for ORM</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12</a:t>
            </a:fld>
            <a:endParaRPr lang="en-US" dirty="0"/>
          </a:p>
        </p:txBody>
      </p:sp>
      <p:sp>
        <p:nvSpPr>
          <p:cNvPr id="8" name="object 5">
            <a:extLst>
              <a:ext uri="{FF2B5EF4-FFF2-40B4-BE49-F238E27FC236}">
                <a16:creationId xmlns:a16="http://schemas.microsoft.com/office/drawing/2014/main" id="{FFDF6EFF-A775-E513-E2DB-C8289B982385}"/>
              </a:ext>
            </a:extLst>
          </p:cNvPr>
          <p:cNvSpPr txBox="1"/>
          <p:nvPr/>
        </p:nvSpPr>
        <p:spPr>
          <a:xfrm>
            <a:off x="1498767" y="3620863"/>
            <a:ext cx="8458200" cy="2806538"/>
          </a:xfrm>
          <a:prstGeom prst="rect">
            <a:avLst/>
          </a:prstGeom>
          <a:solidFill>
            <a:schemeClr val="accent5">
              <a:lumMod val="20000"/>
              <a:lumOff val="80000"/>
            </a:schemeClr>
          </a:solidFill>
          <a:ln w="9144">
            <a:solidFill>
              <a:srgbClr val="000000"/>
            </a:solidFill>
          </a:ln>
        </p:spPr>
        <p:txBody>
          <a:bodyPr vert="horz" wrap="square" lIns="0" tIns="45085" rIns="0" bIns="0" rtlCol="0">
            <a:spAutoFit/>
          </a:bodyPr>
          <a:lstStyle/>
          <a:p>
            <a:pPr marL="285750" indent="-285750">
              <a:lnSpc>
                <a:spcPct val="200000"/>
              </a:lnSpc>
              <a:spcBef>
                <a:spcPts val="600"/>
              </a:spcBef>
              <a:buFont typeface="Arial" panose="020B0604020202020204" pitchFamily="34" charset="0"/>
              <a:buChar char="•"/>
            </a:pPr>
            <a:r>
              <a:rPr dirty="0">
                <a:solidFill>
                  <a:schemeClr val="tx2"/>
                </a:solidFill>
                <a:latin typeface="Arial" panose="020B0604020202020204" pitchFamily="34" charset="0"/>
                <a:cs typeface="Arial" panose="020B0604020202020204" pitchFamily="34" charset="0"/>
              </a:rPr>
              <a:t>Hibernate is a framework that provides tools for object relational mapping (ORM).</a:t>
            </a:r>
          </a:p>
          <a:p>
            <a:pPr marL="285750" marR="64135" indent="-285750">
              <a:lnSpc>
                <a:spcPct val="200000"/>
              </a:lnSpc>
              <a:spcBef>
                <a:spcPts val="600"/>
              </a:spcBef>
              <a:buFont typeface="Arial" panose="020B0604020202020204" pitchFamily="34" charset="0"/>
              <a:buChar char="•"/>
            </a:pPr>
            <a:r>
              <a:rPr dirty="0">
                <a:solidFill>
                  <a:schemeClr val="tx2"/>
                </a:solidFill>
                <a:latin typeface="Arial" panose="020B0604020202020204" pitchFamily="34" charset="0"/>
                <a:cs typeface="Arial" panose="020B0604020202020204" pitchFamily="34" charset="0"/>
              </a:rPr>
              <a:t>Java Applications can use Hibernate framework as the persistence layer for  storing and retrieving plain old Java objects (POJOs) to/from a relational database</a:t>
            </a:r>
          </a:p>
        </p:txBody>
      </p:sp>
    </p:spTree>
    <p:extLst>
      <p:ext uri="{BB962C8B-B14F-4D97-AF65-F5344CB8AC3E}">
        <p14:creationId xmlns:p14="http://schemas.microsoft.com/office/powerpoint/2010/main" val="152218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Hibernate API</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13</a:t>
            </a:fld>
            <a:endParaRPr lang="en-US" dirty="0"/>
          </a:p>
        </p:txBody>
      </p:sp>
      <p:sp>
        <p:nvSpPr>
          <p:cNvPr id="9" name="object 3">
            <a:extLst>
              <a:ext uri="{FF2B5EF4-FFF2-40B4-BE49-F238E27FC236}">
                <a16:creationId xmlns:a16="http://schemas.microsoft.com/office/drawing/2014/main" id="{068A95A3-485D-789A-9C10-4446CC82CF2F}"/>
              </a:ext>
            </a:extLst>
          </p:cNvPr>
          <p:cNvSpPr txBox="1"/>
          <p:nvPr/>
        </p:nvSpPr>
        <p:spPr>
          <a:xfrm>
            <a:off x="3771530" y="1591322"/>
            <a:ext cx="3429000" cy="609600"/>
          </a:xfrm>
          <a:prstGeom prst="rect">
            <a:avLst/>
          </a:prstGeom>
          <a:solidFill>
            <a:schemeClr val="accent3">
              <a:lumMod val="40000"/>
              <a:lumOff val="60000"/>
            </a:schemeClr>
          </a:solidFill>
          <a:ln w="9144">
            <a:solidFill>
              <a:srgbClr val="000000"/>
            </a:solidFill>
          </a:ln>
        </p:spPr>
        <p:txBody>
          <a:bodyPr vert="horz" wrap="square" lIns="0" tIns="157480" rIns="0" bIns="0" rtlCol="0">
            <a:spAutoFit/>
          </a:bodyPr>
          <a:lstStyle/>
          <a:p>
            <a:pPr marL="86995">
              <a:lnSpc>
                <a:spcPct val="100000"/>
              </a:lnSpc>
              <a:spcBef>
                <a:spcPts val="1240"/>
              </a:spcBef>
            </a:pPr>
            <a:r>
              <a:rPr sz="1800" spc="-5" dirty="0">
                <a:latin typeface="Arial"/>
                <a:cs typeface="Arial"/>
              </a:rPr>
              <a:t>org.hibernate.cfg.Configuration</a:t>
            </a:r>
            <a:endParaRPr sz="1800" dirty="0">
              <a:latin typeface="Arial"/>
              <a:cs typeface="Arial"/>
            </a:endParaRPr>
          </a:p>
        </p:txBody>
      </p:sp>
      <p:sp>
        <p:nvSpPr>
          <p:cNvPr id="10" name="object 4">
            <a:extLst>
              <a:ext uri="{FF2B5EF4-FFF2-40B4-BE49-F238E27FC236}">
                <a16:creationId xmlns:a16="http://schemas.microsoft.com/office/drawing/2014/main" id="{80700C29-4DF1-EB2B-4A11-83D4B828D078}"/>
              </a:ext>
            </a:extLst>
          </p:cNvPr>
          <p:cNvSpPr txBox="1"/>
          <p:nvPr/>
        </p:nvSpPr>
        <p:spPr>
          <a:xfrm>
            <a:off x="3771530" y="2429522"/>
            <a:ext cx="3429000" cy="609600"/>
          </a:xfrm>
          <a:prstGeom prst="rect">
            <a:avLst/>
          </a:prstGeom>
          <a:solidFill>
            <a:schemeClr val="accent3">
              <a:lumMod val="40000"/>
              <a:lumOff val="60000"/>
            </a:schemeClr>
          </a:solidFill>
          <a:ln w="9144">
            <a:solidFill>
              <a:srgbClr val="000000"/>
            </a:solidFill>
          </a:ln>
        </p:spPr>
        <p:txBody>
          <a:bodyPr vert="horz" wrap="square" lIns="0" tIns="157480" rIns="0" bIns="0" rtlCol="0">
            <a:spAutoFit/>
          </a:bodyPr>
          <a:lstStyle>
            <a:defPPr>
              <a:defRPr lang="en-US"/>
            </a:defPPr>
            <a:lvl1pPr marL="86995">
              <a:lnSpc>
                <a:spcPct val="100000"/>
              </a:lnSpc>
              <a:spcBef>
                <a:spcPts val="1240"/>
              </a:spcBef>
              <a:defRPr spc="-5">
                <a:latin typeface="Arial"/>
                <a:cs typeface="Arial"/>
              </a:defRPr>
            </a:lvl1pPr>
          </a:lstStyle>
          <a:p>
            <a:r>
              <a:rPr dirty="0"/>
              <a:t>org.hibernate.SessionFactory</a:t>
            </a:r>
          </a:p>
        </p:txBody>
      </p:sp>
      <p:sp>
        <p:nvSpPr>
          <p:cNvPr id="11" name="object 5">
            <a:extLst>
              <a:ext uri="{FF2B5EF4-FFF2-40B4-BE49-F238E27FC236}">
                <a16:creationId xmlns:a16="http://schemas.microsoft.com/office/drawing/2014/main" id="{2DFB4DD8-9553-4C3B-09A6-495D6B7429F8}"/>
              </a:ext>
            </a:extLst>
          </p:cNvPr>
          <p:cNvSpPr txBox="1"/>
          <p:nvPr/>
        </p:nvSpPr>
        <p:spPr>
          <a:xfrm>
            <a:off x="3771530" y="3267722"/>
            <a:ext cx="3429000" cy="609600"/>
          </a:xfrm>
          <a:prstGeom prst="rect">
            <a:avLst/>
          </a:prstGeom>
          <a:solidFill>
            <a:schemeClr val="accent3">
              <a:lumMod val="40000"/>
              <a:lumOff val="60000"/>
            </a:schemeClr>
          </a:solidFill>
          <a:ln w="9144">
            <a:solidFill>
              <a:srgbClr val="000000"/>
            </a:solidFill>
          </a:ln>
        </p:spPr>
        <p:txBody>
          <a:bodyPr vert="horz" wrap="square" lIns="0" tIns="157480" rIns="0" bIns="0" rtlCol="0">
            <a:spAutoFit/>
          </a:bodyPr>
          <a:lstStyle>
            <a:defPPr>
              <a:defRPr lang="en-US"/>
            </a:defPPr>
            <a:lvl1pPr marL="86995">
              <a:lnSpc>
                <a:spcPct val="100000"/>
              </a:lnSpc>
              <a:spcBef>
                <a:spcPts val="1240"/>
              </a:spcBef>
              <a:defRPr spc="-5">
                <a:latin typeface="Arial"/>
                <a:cs typeface="Arial"/>
              </a:defRPr>
            </a:lvl1pPr>
          </a:lstStyle>
          <a:p>
            <a:r>
              <a:rPr dirty="0"/>
              <a:t>org.hibernate.Session</a:t>
            </a:r>
          </a:p>
        </p:txBody>
      </p:sp>
      <p:sp>
        <p:nvSpPr>
          <p:cNvPr id="12" name="object 6">
            <a:extLst>
              <a:ext uri="{FF2B5EF4-FFF2-40B4-BE49-F238E27FC236}">
                <a16:creationId xmlns:a16="http://schemas.microsoft.com/office/drawing/2014/main" id="{186D578E-0D53-10FA-952E-1B282EDE060E}"/>
              </a:ext>
            </a:extLst>
          </p:cNvPr>
          <p:cNvSpPr txBox="1"/>
          <p:nvPr/>
        </p:nvSpPr>
        <p:spPr>
          <a:xfrm>
            <a:off x="3771530" y="4182122"/>
            <a:ext cx="3429000" cy="436017"/>
          </a:xfrm>
          <a:prstGeom prst="rect">
            <a:avLst/>
          </a:prstGeom>
          <a:solidFill>
            <a:schemeClr val="accent3">
              <a:lumMod val="40000"/>
              <a:lumOff val="60000"/>
            </a:schemeClr>
          </a:solidFill>
          <a:ln w="9144">
            <a:solidFill>
              <a:srgbClr val="000000"/>
            </a:solidFill>
          </a:ln>
        </p:spPr>
        <p:txBody>
          <a:bodyPr vert="horz" wrap="square" lIns="0" tIns="157480" rIns="0" bIns="0" rtlCol="0">
            <a:spAutoFit/>
          </a:bodyPr>
          <a:lstStyle>
            <a:defPPr>
              <a:defRPr lang="en-US"/>
            </a:defPPr>
            <a:lvl1pPr marL="86995">
              <a:lnSpc>
                <a:spcPct val="100000"/>
              </a:lnSpc>
              <a:spcBef>
                <a:spcPts val="1240"/>
              </a:spcBef>
              <a:defRPr spc="-5">
                <a:latin typeface="Arial"/>
                <a:cs typeface="Arial"/>
              </a:defRPr>
            </a:lvl1pPr>
          </a:lstStyle>
          <a:p>
            <a:r>
              <a:rPr dirty="0"/>
              <a:t>org.hibernate.Transaction</a:t>
            </a:r>
          </a:p>
        </p:txBody>
      </p:sp>
      <p:sp>
        <p:nvSpPr>
          <p:cNvPr id="13" name="object 7">
            <a:extLst>
              <a:ext uri="{FF2B5EF4-FFF2-40B4-BE49-F238E27FC236}">
                <a16:creationId xmlns:a16="http://schemas.microsoft.com/office/drawing/2014/main" id="{F08DDA17-F6BB-BE1E-C502-BB6F7DA6A29B}"/>
              </a:ext>
            </a:extLst>
          </p:cNvPr>
          <p:cNvSpPr txBox="1"/>
          <p:nvPr/>
        </p:nvSpPr>
        <p:spPr>
          <a:xfrm>
            <a:off x="3771530" y="5096522"/>
            <a:ext cx="3429000" cy="436017"/>
          </a:xfrm>
          <a:prstGeom prst="rect">
            <a:avLst/>
          </a:prstGeom>
          <a:solidFill>
            <a:schemeClr val="accent3">
              <a:lumMod val="40000"/>
              <a:lumOff val="60000"/>
            </a:schemeClr>
          </a:solidFill>
          <a:ln w="9144">
            <a:solidFill>
              <a:srgbClr val="000000"/>
            </a:solidFill>
          </a:ln>
        </p:spPr>
        <p:txBody>
          <a:bodyPr vert="horz" wrap="square" lIns="0" tIns="157480" rIns="0" bIns="0" rtlCol="0">
            <a:spAutoFit/>
          </a:bodyPr>
          <a:lstStyle>
            <a:defPPr>
              <a:defRPr lang="en-US"/>
            </a:defPPr>
            <a:lvl1pPr marL="86995">
              <a:lnSpc>
                <a:spcPct val="100000"/>
              </a:lnSpc>
              <a:spcBef>
                <a:spcPts val="1240"/>
              </a:spcBef>
              <a:defRPr spc="-5">
                <a:latin typeface="Arial"/>
                <a:cs typeface="Arial"/>
              </a:defRPr>
            </a:lvl1pPr>
          </a:lstStyle>
          <a:p>
            <a:r>
              <a:rPr dirty="0"/>
              <a:t>org.hibernate.Query</a:t>
            </a:r>
            <a:endParaRPr/>
          </a:p>
        </p:txBody>
      </p:sp>
    </p:spTree>
    <p:extLst>
      <p:ext uri="{BB962C8B-B14F-4D97-AF65-F5344CB8AC3E}">
        <p14:creationId xmlns:p14="http://schemas.microsoft.com/office/powerpoint/2010/main" val="2857307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27858"/>
            <a:ext cx="10576065" cy="5297972"/>
          </a:xfrm>
        </p:spPr>
        <p:txBody>
          <a:bodyPr/>
          <a:lstStyle/>
          <a:p>
            <a:pPr marL="285750" indent="-285750" algn="just">
              <a:lnSpc>
                <a:spcPct val="200000"/>
              </a:lnSpc>
              <a:buChar char="•"/>
            </a:pPr>
            <a:r>
              <a:rPr lang="en-US" sz="1800" b="0" dirty="0"/>
              <a:t>The Configuration object is the first Hibernate object you create in any Hibernate application and usually created only once during application initialization. The Configuration object provides two keys components:</a:t>
            </a:r>
          </a:p>
          <a:p>
            <a:pPr marL="285750" indent="-285750" algn="just">
              <a:lnSpc>
                <a:spcPct val="200000"/>
              </a:lnSpc>
              <a:buChar char="•"/>
            </a:pPr>
            <a:r>
              <a:rPr lang="en-US" sz="1800" dirty="0"/>
              <a:t>Database Connection: </a:t>
            </a:r>
          </a:p>
          <a:p>
            <a:pPr marL="285750" indent="-285750" algn="just">
              <a:lnSpc>
                <a:spcPct val="200000"/>
              </a:lnSpc>
              <a:buChar char="•"/>
            </a:pPr>
            <a:r>
              <a:rPr lang="en-US" sz="1800" b="0" dirty="0"/>
              <a:t>This is handled through one or more configuration files supported by Hibernate. These files are </a:t>
            </a:r>
            <a:r>
              <a:rPr lang="en-US" sz="1800" b="0" dirty="0" err="1"/>
              <a:t>hibernate.properties</a:t>
            </a:r>
            <a:r>
              <a:rPr lang="en-US" sz="1800" b="0" dirty="0"/>
              <a:t> and hibernate.cfg.xml.</a:t>
            </a:r>
          </a:p>
          <a:p>
            <a:pPr marL="285750" indent="-285750" algn="just">
              <a:lnSpc>
                <a:spcPct val="200000"/>
              </a:lnSpc>
              <a:buChar char="•"/>
            </a:pPr>
            <a:r>
              <a:rPr lang="en-US" sz="1800" dirty="0"/>
              <a:t>Class Mapping Setup </a:t>
            </a:r>
          </a:p>
          <a:p>
            <a:pPr marL="285750" indent="-285750" algn="just">
              <a:lnSpc>
                <a:spcPct val="200000"/>
              </a:lnSpc>
              <a:buChar char="•"/>
            </a:pPr>
            <a:r>
              <a:rPr lang="en-US" sz="1800" b="0" dirty="0"/>
              <a:t>This component creates the connection between the Java classes and database tables.</a:t>
            </a:r>
          </a:p>
          <a:p>
            <a:pPr marL="285750" indent="-285750" algn="just">
              <a:lnSpc>
                <a:spcPct val="200000"/>
              </a:lnSpc>
              <a:buChar char="•"/>
            </a:pPr>
            <a:endParaRPr lang="en-US" sz="1800" b="0" dirty="0"/>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Hibernate API- The Configuration Class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14</a:t>
            </a:fld>
            <a:endParaRPr lang="en-US" dirty="0"/>
          </a:p>
        </p:txBody>
      </p:sp>
    </p:spTree>
    <p:extLst>
      <p:ext uri="{BB962C8B-B14F-4D97-AF65-F5344CB8AC3E}">
        <p14:creationId xmlns:p14="http://schemas.microsoft.com/office/powerpoint/2010/main" val="3052165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27858"/>
            <a:ext cx="10576065" cy="5297972"/>
          </a:xfrm>
        </p:spPr>
        <p:txBody>
          <a:bodyPr/>
          <a:lstStyle/>
          <a:p>
            <a:pPr marL="285750" indent="-285750" algn="just">
              <a:lnSpc>
                <a:spcPct val="200000"/>
              </a:lnSpc>
              <a:buChar char="•"/>
            </a:pPr>
            <a:r>
              <a:rPr lang="en-US" sz="1800" b="0" dirty="0"/>
              <a:t>Configuration object is used to create a </a:t>
            </a:r>
            <a:r>
              <a:rPr lang="en-US" sz="1800" b="0" dirty="0" err="1"/>
              <a:t>SessionFactory</a:t>
            </a:r>
            <a:r>
              <a:rPr lang="en-US" sz="1800" b="0" dirty="0"/>
              <a:t> object which internally configures Hibernate for the application using the supplied configuration file and allows for a Session object to be instantiated. </a:t>
            </a:r>
          </a:p>
          <a:p>
            <a:pPr marL="285750" indent="-285750" algn="just">
              <a:lnSpc>
                <a:spcPct val="200000"/>
              </a:lnSpc>
              <a:buChar char="•"/>
            </a:pPr>
            <a:r>
              <a:rPr lang="en-US" sz="1800" b="0" dirty="0" err="1"/>
              <a:t>SessionFactory</a:t>
            </a:r>
            <a:r>
              <a:rPr lang="en-US" sz="1800" b="0" dirty="0"/>
              <a:t> is a thread safe object and used by all the threads of an application.</a:t>
            </a:r>
          </a:p>
          <a:p>
            <a:pPr marL="285750" indent="-285750" algn="just">
              <a:lnSpc>
                <a:spcPct val="200000"/>
              </a:lnSpc>
              <a:buChar char="•"/>
            </a:pPr>
            <a:r>
              <a:rPr lang="en-US" sz="1800" b="0" dirty="0"/>
              <a:t>The </a:t>
            </a:r>
            <a:r>
              <a:rPr lang="en-US" sz="1800" b="0" dirty="0" err="1"/>
              <a:t>SessionFactory</a:t>
            </a:r>
            <a:r>
              <a:rPr lang="en-US" sz="1800" b="0" dirty="0"/>
              <a:t> is heavyweight object so usually it is created during application start up and kept for later use. </a:t>
            </a:r>
          </a:p>
          <a:p>
            <a:pPr marL="285750" indent="-285750" algn="just">
              <a:lnSpc>
                <a:spcPct val="200000"/>
              </a:lnSpc>
              <a:buChar char="•"/>
            </a:pPr>
            <a:r>
              <a:rPr lang="en-US" sz="1800" b="0" dirty="0"/>
              <a:t>One </a:t>
            </a:r>
            <a:r>
              <a:rPr lang="en-US" sz="1800" b="0" dirty="0" err="1"/>
              <a:t>SessionFactory</a:t>
            </a:r>
            <a:r>
              <a:rPr lang="en-US" sz="1800" b="0" dirty="0"/>
              <a:t> object per database using a separate configuration file. So if you are using multiple databases then you would have to create multiple </a:t>
            </a:r>
            <a:r>
              <a:rPr lang="en-US" sz="1800" b="0" dirty="0" err="1"/>
              <a:t>SessionFactory</a:t>
            </a:r>
            <a:r>
              <a:rPr lang="en-US" sz="1800" b="0" dirty="0"/>
              <a:t> objects.</a:t>
            </a:r>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The Session Factory</a:t>
            </a:r>
            <a:br>
              <a:rPr lang="en-US" dirty="0">
                <a:solidFill>
                  <a:srgbClr val="512E6E"/>
                </a:solidFill>
              </a:rPr>
            </a:b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15</a:t>
            </a:fld>
            <a:endParaRPr lang="en-US" dirty="0"/>
          </a:p>
        </p:txBody>
      </p:sp>
    </p:spTree>
    <p:extLst>
      <p:ext uri="{BB962C8B-B14F-4D97-AF65-F5344CB8AC3E}">
        <p14:creationId xmlns:p14="http://schemas.microsoft.com/office/powerpoint/2010/main" val="134875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27858"/>
            <a:ext cx="10576065" cy="5297972"/>
          </a:xfrm>
        </p:spPr>
        <p:txBody>
          <a:bodyPr/>
          <a:lstStyle/>
          <a:p>
            <a:pPr marL="285750" indent="-285750" algn="just">
              <a:lnSpc>
                <a:spcPct val="200000"/>
              </a:lnSpc>
              <a:buChar char="•"/>
            </a:pPr>
            <a:r>
              <a:rPr lang="en-US" sz="1800" b="0" dirty="0"/>
              <a:t>A Session is used to get a connection with a database. </a:t>
            </a:r>
          </a:p>
          <a:p>
            <a:pPr marL="285750" indent="-285750" algn="just">
              <a:lnSpc>
                <a:spcPct val="200000"/>
              </a:lnSpc>
              <a:buChar char="•"/>
            </a:pPr>
            <a:r>
              <a:rPr lang="en-US" sz="1800" b="0" dirty="0"/>
              <a:t>It is lightweight and designed to be instantiated each time an interaction is needed with the database. Persistent objects are saved and retrieved through a Session object.</a:t>
            </a:r>
          </a:p>
          <a:p>
            <a:pPr marL="285750" indent="-285750" algn="just">
              <a:lnSpc>
                <a:spcPct val="200000"/>
              </a:lnSpc>
              <a:buChar char="•"/>
            </a:pPr>
            <a:r>
              <a:rPr lang="en-US" sz="1800" b="0" dirty="0"/>
              <a:t>The session objects should not be kept open for a long time because they are not usually thread safe and they should be created and destroyed as needed.</a:t>
            </a:r>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The Session</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16</a:t>
            </a:fld>
            <a:endParaRPr lang="en-US" dirty="0"/>
          </a:p>
        </p:txBody>
      </p:sp>
    </p:spTree>
    <p:extLst>
      <p:ext uri="{BB962C8B-B14F-4D97-AF65-F5344CB8AC3E}">
        <p14:creationId xmlns:p14="http://schemas.microsoft.com/office/powerpoint/2010/main" val="759964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27858"/>
            <a:ext cx="10576065" cy="5297972"/>
          </a:xfrm>
        </p:spPr>
        <p:txBody>
          <a:bodyPr/>
          <a:lstStyle/>
          <a:p>
            <a:pPr marL="285750" indent="-285750" algn="just">
              <a:lnSpc>
                <a:spcPct val="200000"/>
              </a:lnSpc>
              <a:buChar char="•"/>
            </a:pPr>
            <a:r>
              <a:rPr lang="en-US" sz="1800" b="0" dirty="0"/>
              <a:t>A Transaction represents a unit of work with the database and most of the RDBMS supports transaction functionality. </a:t>
            </a:r>
          </a:p>
          <a:p>
            <a:pPr marL="285750" indent="-285750" algn="just">
              <a:lnSpc>
                <a:spcPct val="200000"/>
              </a:lnSpc>
              <a:buChar char="•"/>
            </a:pPr>
            <a:r>
              <a:rPr lang="en-US" sz="1800" b="0" dirty="0"/>
              <a:t>Transactions in Hibernate are handled by an underlying transaction manager.</a:t>
            </a:r>
          </a:p>
          <a:p>
            <a:pPr marL="285750" indent="-285750" algn="just">
              <a:lnSpc>
                <a:spcPct val="200000"/>
              </a:lnSpc>
              <a:buChar char="•"/>
            </a:pPr>
            <a:r>
              <a:rPr lang="en-US" sz="1800" b="0" dirty="0"/>
              <a:t>This is an optional object and Hibernate applications may choose not to use this interface, instead managing transactions in their own application code.</a:t>
            </a:r>
          </a:p>
          <a:p>
            <a:pPr marL="285750" indent="-285750" algn="just">
              <a:lnSpc>
                <a:spcPct val="200000"/>
              </a:lnSpc>
              <a:buChar char="•"/>
            </a:pPr>
            <a:r>
              <a:rPr lang="en-US" altLang="en-US" sz="1800" b="0" dirty="0"/>
              <a:t>Query objects use SQL or Hibernate Query Language (HQL) string to retrieve data from the database and create objects. A Query instance is used to bind query parameters and to execute the query.</a:t>
            </a:r>
          </a:p>
          <a:p>
            <a:pPr marL="285750" indent="-285750" algn="just">
              <a:lnSpc>
                <a:spcPct val="200000"/>
              </a:lnSpc>
              <a:buChar char="•"/>
            </a:pPr>
            <a:endParaRPr lang="en-US" sz="1800" b="0" dirty="0"/>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The Transaction and Query</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17</a:t>
            </a:fld>
            <a:endParaRPr lang="en-US" dirty="0"/>
          </a:p>
        </p:txBody>
      </p:sp>
    </p:spTree>
    <p:extLst>
      <p:ext uri="{BB962C8B-B14F-4D97-AF65-F5344CB8AC3E}">
        <p14:creationId xmlns:p14="http://schemas.microsoft.com/office/powerpoint/2010/main" val="2737292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27858"/>
            <a:ext cx="10576065" cy="5297972"/>
          </a:xfrm>
        </p:spPr>
        <p:txBody>
          <a:bodyPr/>
          <a:lstStyle/>
          <a:p>
            <a:pPr marL="285750" indent="-285750" algn="just">
              <a:lnSpc>
                <a:spcPct val="200000"/>
              </a:lnSpc>
              <a:buChar char="•"/>
            </a:pPr>
            <a:r>
              <a:rPr lang="en-US" sz="1800" b="0" dirty="0"/>
              <a:t>Understand Hibernate Object States</a:t>
            </a:r>
          </a:p>
          <a:p>
            <a:pPr marL="285750" indent="-285750" algn="just">
              <a:lnSpc>
                <a:spcPct val="200000"/>
              </a:lnSpc>
              <a:buChar char="•"/>
            </a:pPr>
            <a:r>
              <a:rPr lang="en-US" sz="1800" b="0" dirty="0"/>
              <a:t>Make Objects persistent</a:t>
            </a:r>
          </a:p>
          <a:p>
            <a:pPr marL="285750" indent="-285750" algn="just">
              <a:lnSpc>
                <a:spcPct val="200000"/>
              </a:lnSpc>
              <a:buChar char="•"/>
            </a:pPr>
            <a:r>
              <a:rPr lang="en-US" sz="1800" b="0" dirty="0"/>
              <a:t>Retrieve a persistent Object</a:t>
            </a:r>
          </a:p>
          <a:p>
            <a:pPr marL="285750" indent="-285750" algn="just">
              <a:lnSpc>
                <a:spcPct val="200000"/>
              </a:lnSpc>
              <a:buChar char="•"/>
            </a:pPr>
            <a:r>
              <a:rPr lang="en-US" sz="1800" b="0" dirty="0"/>
              <a:t>Modify Objects</a:t>
            </a:r>
          </a:p>
          <a:p>
            <a:pPr marL="285750" indent="-285750" algn="just">
              <a:lnSpc>
                <a:spcPct val="200000"/>
              </a:lnSpc>
              <a:buChar char="•"/>
            </a:pPr>
            <a:r>
              <a:rPr lang="en-US" sz="1800" b="0" dirty="0"/>
              <a:t>Delete Objects</a:t>
            </a:r>
          </a:p>
          <a:p>
            <a:pPr marL="285750" indent="-285750" algn="just">
              <a:lnSpc>
                <a:spcPct val="200000"/>
              </a:lnSpc>
              <a:buChar char="•"/>
            </a:pPr>
            <a:endParaRPr lang="en-US" sz="1800" b="0" dirty="0"/>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CRUD Operations</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Working with  Objects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18</a:t>
            </a:fld>
            <a:endParaRPr lang="en-US" dirty="0"/>
          </a:p>
        </p:txBody>
      </p:sp>
    </p:spTree>
    <p:extLst>
      <p:ext uri="{BB962C8B-B14F-4D97-AF65-F5344CB8AC3E}">
        <p14:creationId xmlns:p14="http://schemas.microsoft.com/office/powerpoint/2010/main" val="1534819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CRUD Operations</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Hibernate Object States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19</a:t>
            </a:fld>
            <a:endParaRPr lang="en-US" dirty="0"/>
          </a:p>
        </p:txBody>
      </p:sp>
      <p:sp>
        <p:nvSpPr>
          <p:cNvPr id="9" name="object 3">
            <a:extLst>
              <a:ext uri="{FF2B5EF4-FFF2-40B4-BE49-F238E27FC236}">
                <a16:creationId xmlns:a16="http://schemas.microsoft.com/office/drawing/2014/main" id="{5021F89C-4990-8233-8F78-6CE440F63AB9}"/>
              </a:ext>
            </a:extLst>
          </p:cNvPr>
          <p:cNvSpPr/>
          <p:nvPr/>
        </p:nvSpPr>
        <p:spPr>
          <a:xfrm>
            <a:off x="6447203" y="1598720"/>
            <a:ext cx="1310640" cy="533400"/>
          </a:xfrm>
          <a:custGeom>
            <a:avLst/>
            <a:gdLst/>
            <a:ahLst/>
            <a:cxnLst/>
            <a:rect l="l" t="t" r="r" b="b"/>
            <a:pathLst>
              <a:path w="1310640" h="533400">
                <a:moveTo>
                  <a:pt x="1221739" y="0"/>
                </a:moveTo>
                <a:lnTo>
                  <a:pt x="88900" y="0"/>
                </a:lnTo>
                <a:lnTo>
                  <a:pt x="54274" y="6979"/>
                </a:lnTo>
                <a:lnTo>
                  <a:pt x="26019" y="26019"/>
                </a:lnTo>
                <a:lnTo>
                  <a:pt x="6979" y="54274"/>
                </a:lnTo>
                <a:lnTo>
                  <a:pt x="0" y="88900"/>
                </a:lnTo>
                <a:lnTo>
                  <a:pt x="0" y="444500"/>
                </a:lnTo>
                <a:lnTo>
                  <a:pt x="6979" y="479125"/>
                </a:lnTo>
                <a:lnTo>
                  <a:pt x="26019" y="507380"/>
                </a:lnTo>
                <a:lnTo>
                  <a:pt x="54274" y="526420"/>
                </a:lnTo>
                <a:lnTo>
                  <a:pt x="88900" y="533400"/>
                </a:lnTo>
                <a:lnTo>
                  <a:pt x="1221739" y="533400"/>
                </a:lnTo>
                <a:lnTo>
                  <a:pt x="1256365" y="526420"/>
                </a:lnTo>
                <a:lnTo>
                  <a:pt x="1284620" y="507380"/>
                </a:lnTo>
                <a:lnTo>
                  <a:pt x="1303660" y="479125"/>
                </a:lnTo>
                <a:lnTo>
                  <a:pt x="1310639" y="444500"/>
                </a:lnTo>
                <a:lnTo>
                  <a:pt x="1310639" y="88900"/>
                </a:lnTo>
                <a:lnTo>
                  <a:pt x="1303660" y="54274"/>
                </a:lnTo>
                <a:lnTo>
                  <a:pt x="1284620" y="26019"/>
                </a:lnTo>
                <a:lnTo>
                  <a:pt x="1256365" y="6979"/>
                </a:lnTo>
                <a:lnTo>
                  <a:pt x="1221739" y="0"/>
                </a:lnTo>
                <a:close/>
              </a:path>
            </a:pathLst>
          </a:custGeom>
          <a:solidFill>
            <a:srgbClr val="FFCC00"/>
          </a:solidFill>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10" name="object 4">
            <a:extLst>
              <a:ext uri="{FF2B5EF4-FFF2-40B4-BE49-F238E27FC236}">
                <a16:creationId xmlns:a16="http://schemas.microsoft.com/office/drawing/2014/main" id="{CC8D08F8-D014-6940-51FF-5BB559A4D2F4}"/>
              </a:ext>
            </a:extLst>
          </p:cNvPr>
          <p:cNvSpPr/>
          <p:nvPr/>
        </p:nvSpPr>
        <p:spPr>
          <a:xfrm>
            <a:off x="6447203" y="1598720"/>
            <a:ext cx="1310640" cy="533400"/>
          </a:xfrm>
          <a:custGeom>
            <a:avLst/>
            <a:gdLst/>
            <a:ahLst/>
            <a:cxnLst/>
            <a:rect l="l" t="t" r="r" b="b"/>
            <a:pathLst>
              <a:path w="1310640" h="533400">
                <a:moveTo>
                  <a:pt x="0" y="88900"/>
                </a:moveTo>
                <a:lnTo>
                  <a:pt x="6979" y="54274"/>
                </a:lnTo>
                <a:lnTo>
                  <a:pt x="26019" y="26019"/>
                </a:lnTo>
                <a:lnTo>
                  <a:pt x="54274" y="6979"/>
                </a:lnTo>
                <a:lnTo>
                  <a:pt x="88900" y="0"/>
                </a:lnTo>
                <a:lnTo>
                  <a:pt x="1221739" y="0"/>
                </a:lnTo>
                <a:lnTo>
                  <a:pt x="1256365" y="6979"/>
                </a:lnTo>
                <a:lnTo>
                  <a:pt x="1284620" y="26019"/>
                </a:lnTo>
                <a:lnTo>
                  <a:pt x="1303660" y="54274"/>
                </a:lnTo>
                <a:lnTo>
                  <a:pt x="1310639" y="88900"/>
                </a:lnTo>
                <a:lnTo>
                  <a:pt x="1310639" y="444500"/>
                </a:lnTo>
                <a:lnTo>
                  <a:pt x="1303660" y="479125"/>
                </a:lnTo>
                <a:lnTo>
                  <a:pt x="1284620" y="507380"/>
                </a:lnTo>
                <a:lnTo>
                  <a:pt x="1256365" y="526420"/>
                </a:lnTo>
                <a:lnTo>
                  <a:pt x="1221739" y="533400"/>
                </a:lnTo>
                <a:lnTo>
                  <a:pt x="88900" y="533400"/>
                </a:lnTo>
                <a:lnTo>
                  <a:pt x="54274" y="526420"/>
                </a:lnTo>
                <a:lnTo>
                  <a:pt x="26019" y="507380"/>
                </a:lnTo>
                <a:lnTo>
                  <a:pt x="6979" y="479125"/>
                </a:lnTo>
                <a:lnTo>
                  <a:pt x="0" y="444500"/>
                </a:lnTo>
                <a:lnTo>
                  <a:pt x="0" y="88900"/>
                </a:lnTo>
                <a:close/>
              </a:path>
            </a:pathLst>
          </a:custGeom>
          <a:ln w="9144">
            <a:solidFill>
              <a:srgbClr val="000000"/>
            </a:solidFill>
          </a:ln>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11" name="object 5">
            <a:extLst>
              <a:ext uri="{FF2B5EF4-FFF2-40B4-BE49-F238E27FC236}">
                <a16:creationId xmlns:a16="http://schemas.microsoft.com/office/drawing/2014/main" id="{0501618F-D159-079C-C124-EE8D43748714}"/>
              </a:ext>
            </a:extLst>
          </p:cNvPr>
          <p:cNvSpPr txBox="1"/>
          <p:nvPr/>
        </p:nvSpPr>
        <p:spPr>
          <a:xfrm>
            <a:off x="6586650" y="1722417"/>
            <a:ext cx="969010" cy="215444"/>
          </a:xfrm>
          <a:prstGeom prst="rect">
            <a:avLst/>
          </a:prstGeom>
        </p:spPr>
        <p:txBody>
          <a:bodyPr vert="horz" wrap="square" lIns="0" tIns="0" rIns="0" bIns="0" rtlCol="0">
            <a:spAutoFit/>
          </a:bodyPr>
          <a:lstStyle/>
          <a:p>
            <a:pPr marL="12700">
              <a:lnSpc>
                <a:spcPct val="100000"/>
              </a:lnSpc>
            </a:pPr>
            <a:r>
              <a:rPr sz="1400" dirty="0">
                <a:latin typeface="Arial" panose="020B0604020202020204" pitchFamily="34" charset="0"/>
                <a:cs typeface="Arial" panose="020B0604020202020204" pitchFamily="34" charset="0"/>
              </a:rPr>
              <a:t>Transient</a:t>
            </a:r>
          </a:p>
        </p:txBody>
      </p:sp>
      <p:sp>
        <p:nvSpPr>
          <p:cNvPr id="12" name="object 6">
            <a:extLst>
              <a:ext uri="{FF2B5EF4-FFF2-40B4-BE49-F238E27FC236}">
                <a16:creationId xmlns:a16="http://schemas.microsoft.com/office/drawing/2014/main" id="{BB1EB4E2-E5F2-D6AA-3F2D-BF302D9E8DF6}"/>
              </a:ext>
            </a:extLst>
          </p:cNvPr>
          <p:cNvSpPr/>
          <p:nvPr/>
        </p:nvSpPr>
        <p:spPr>
          <a:xfrm>
            <a:off x="6447203" y="3046520"/>
            <a:ext cx="1371600" cy="533400"/>
          </a:xfrm>
          <a:custGeom>
            <a:avLst/>
            <a:gdLst/>
            <a:ahLst/>
            <a:cxnLst/>
            <a:rect l="l" t="t" r="r" b="b"/>
            <a:pathLst>
              <a:path w="1371600" h="533400">
                <a:moveTo>
                  <a:pt x="1282699" y="0"/>
                </a:moveTo>
                <a:lnTo>
                  <a:pt x="88900" y="0"/>
                </a:lnTo>
                <a:lnTo>
                  <a:pt x="54274" y="6979"/>
                </a:lnTo>
                <a:lnTo>
                  <a:pt x="26019" y="26019"/>
                </a:lnTo>
                <a:lnTo>
                  <a:pt x="6979" y="54274"/>
                </a:lnTo>
                <a:lnTo>
                  <a:pt x="0" y="88900"/>
                </a:lnTo>
                <a:lnTo>
                  <a:pt x="0" y="444500"/>
                </a:lnTo>
                <a:lnTo>
                  <a:pt x="6979" y="479125"/>
                </a:lnTo>
                <a:lnTo>
                  <a:pt x="26019" y="507380"/>
                </a:lnTo>
                <a:lnTo>
                  <a:pt x="54274" y="526420"/>
                </a:lnTo>
                <a:lnTo>
                  <a:pt x="88900" y="533400"/>
                </a:lnTo>
                <a:lnTo>
                  <a:pt x="1282699" y="533400"/>
                </a:lnTo>
                <a:lnTo>
                  <a:pt x="1317325" y="526420"/>
                </a:lnTo>
                <a:lnTo>
                  <a:pt x="1345580" y="507380"/>
                </a:lnTo>
                <a:lnTo>
                  <a:pt x="1364620" y="479125"/>
                </a:lnTo>
                <a:lnTo>
                  <a:pt x="1371599" y="444500"/>
                </a:lnTo>
                <a:lnTo>
                  <a:pt x="1371599" y="88900"/>
                </a:lnTo>
                <a:lnTo>
                  <a:pt x="1364620" y="54274"/>
                </a:lnTo>
                <a:lnTo>
                  <a:pt x="1345580" y="26019"/>
                </a:lnTo>
                <a:lnTo>
                  <a:pt x="1317325" y="6979"/>
                </a:lnTo>
                <a:lnTo>
                  <a:pt x="1282699" y="0"/>
                </a:lnTo>
                <a:close/>
              </a:path>
            </a:pathLst>
          </a:custGeom>
          <a:solidFill>
            <a:srgbClr val="FFCC00"/>
          </a:solidFill>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13" name="object 7">
            <a:extLst>
              <a:ext uri="{FF2B5EF4-FFF2-40B4-BE49-F238E27FC236}">
                <a16:creationId xmlns:a16="http://schemas.microsoft.com/office/drawing/2014/main" id="{81ADBDE9-0813-12C4-81A1-996EA67576A8}"/>
              </a:ext>
            </a:extLst>
          </p:cNvPr>
          <p:cNvSpPr/>
          <p:nvPr/>
        </p:nvSpPr>
        <p:spPr>
          <a:xfrm>
            <a:off x="6447203" y="3046520"/>
            <a:ext cx="1371600" cy="533400"/>
          </a:xfrm>
          <a:custGeom>
            <a:avLst/>
            <a:gdLst/>
            <a:ahLst/>
            <a:cxnLst/>
            <a:rect l="l" t="t" r="r" b="b"/>
            <a:pathLst>
              <a:path w="1371600" h="533400">
                <a:moveTo>
                  <a:pt x="0" y="88900"/>
                </a:moveTo>
                <a:lnTo>
                  <a:pt x="6979" y="54274"/>
                </a:lnTo>
                <a:lnTo>
                  <a:pt x="26019" y="26019"/>
                </a:lnTo>
                <a:lnTo>
                  <a:pt x="54274" y="6979"/>
                </a:lnTo>
                <a:lnTo>
                  <a:pt x="88900" y="0"/>
                </a:lnTo>
                <a:lnTo>
                  <a:pt x="1282699" y="0"/>
                </a:lnTo>
                <a:lnTo>
                  <a:pt x="1317325" y="6979"/>
                </a:lnTo>
                <a:lnTo>
                  <a:pt x="1345580" y="26019"/>
                </a:lnTo>
                <a:lnTo>
                  <a:pt x="1364620" y="54274"/>
                </a:lnTo>
                <a:lnTo>
                  <a:pt x="1371599" y="88900"/>
                </a:lnTo>
                <a:lnTo>
                  <a:pt x="1371599" y="444500"/>
                </a:lnTo>
                <a:lnTo>
                  <a:pt x="1364620" y="479125"/>
                </a:lnTo>
                <a:lnTo>
                  <a:pt x="1345580" y="507380"/>
                </a:lnTo>
                <a:lnTo>
                  <a:pt x="1317325" y="526420"/>
                </a:lnTo>
                <a:lnTo>
                  <a:pt x="1282699" y="533400"/>
                </a:lnTo>
                <a:lnTo>
                  <a:pt x="88900" y="533400"/>
                </a:lnTo>
                <a:lnTo>
                  <a:pt x="54274" y="526420"/>
                </a:lnTo>
                <a:lnTo>
                  <a:pt x="26019" y="507380"/>
                </a:lnTo>
                <a:lnTo>
                  <a:pt x="6979" y="479125"/>
                </a:lnTo>
                <a:lnTo>
                  <a:pt x="0" y="444500"/>
                </a:lnTo>
                <a:lnTo>
                  <a:pt x="0" y="88900"/>
                </a:lnTo>
                <a:close/>
              </a:path>
            </a:pathLst>
          </a:custGeom>
          <a:ln w="9144">
            <a:solidFill>
              <a:srgbClr val="000000"/>
            </a:solidFill>
          </a:ln>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14" name="object 8">
            <a:extLst>
              <a:ext uri="{FF2B5EF4-FFF2-40B4-BE49-F238E27FC236}">
                <a16:creationId xmlns:a16="http://schemas.microsoft.com/office/drawing/2014/main" id="{7A7EBB8E-8693-098A-B49F-DEDF0B2A6A9A}"/>
              </a:ext>
            </a:extLst>
          </p:cNvPr>
          <p:cNvSpPr txBox="1"/>
          <p:nvPr/>
        </p:nvSpPr>
        <p:spPr>
          <a:xfrm>
            <a:off x="6612557" y="3170853"/>
            <a:ext cx="1040130" cy="215444"/>
          </a:xfrm>
          <a:prstGeom prst="rect">
            <a:avLst/>
          </a:prstGeom>
        </p:spPr>
        <p:txBody>
          <a:bodyPr vert="horz" wrap="square" lIns="0" tIns="0" rIns="0" bIns="0" rtlCol="0">
            <a:spAutoFit/>
          </a:bodyPr>
          <a:lstStyle/>
          <a:p>
            <a:pPr marL="12700">
              <a:lnSpc>
                <a:spcPct val="100000"/>
              </a:lnSpc>
            </a:pPr>
            <a:r>
              <a:rPr sz="1400" dirty="0">
                <a:latin typeface="Arial" panose="020B0604020202020204" pitchFamily="34" charset="0"/>
                <a:cs typeface="Arial" panose="020B0604020202020204" pitchFamily="34" charset="0"/>
              </a:rPr>
              <a:t>Persistent</a:t>
            </a:r>
          </a:p>
        </p:txBody>
      </p:sp>
      <p:sp>
        <p:nvSpPr>
          <p:cNvPr id="15" name="object 9">
            <a:extLst>
              <a:ext uri="{FF2B5EF4-FFF2-40B4-BE49-F238E27FC236}">
                <a16:creationId xmlns:a16="http://schemas.microsoft.com/office/drawing/2014/main" id="{21B302A1-DFB3-1EC7-438F-2EAB1E946758}"/>
              </a:ext>
            </a:extLst>
          </p:cNvPr>
          <p:cNvSpPr/>
          <p:nvPr/>
        </p:nvSpPr>
        <p:spPr>
          <a:xfrm>
            <a:off x="6447203" y="4646720"/>
            <a:ext cx="1371600" cy="533400"/>
          </a:xfrm>
          <a:custGeom>
            <a:avLst/>
            <a:gdLst/>
            <a:ahLst/>
            <a:cxnLst/>
            <a:rect l="l" t="t" r="r" b="b"/>
            <a:pathLst>
              <a:path w="1371600" h="533400">
                <a:moveTo>
                  <a:pt x="1282699" y="0"/>
                </a:moveTo>
                <a:lnTo>
                  <a:pt x="88900" y="0"/>
                </a:lnTo>
                <a:lnTo>
                  <a:pt x="54274" y="6979"/>
                </a:lnTo>
                <a:lnTo>
                  <a:pt x="26019" y="26019"/>
                </a:lnTo>
                <a:lnTo>
                  <a:pt x="6979" y="54274"/>
                </a:lnTo>
                <a:lnTo>
                  <a:pt x="0" y="88900"/>
                </a:lnTo>
                <a:lnTo>
                  <a:pt x="0" y="444500"/>
                </a:lnTo>
                <a:lnTo>
                  <a:pt x="6979" y="479125"/>
                </a:lnTo>
                <a:lnTo>
                  <a:pt x="26019" y="507380"/>
                </a:lnTo>
                <a:lnTo>
                  <a:pt x="54274" y="526420"/>
                </a:lnTo>
                <a:lnTo>
                  <a:pt x="88900" y="533400"/>
                </a:lnTo>
                <a:lnTo>
                  <a:pt x="1282699" y="533400"/>
                </a:lnTo>
                <a:lnTo>
                  <a:pt x="1317325" y="526420"/>
                </a:lnTo>
                <a:lnTo>
                  <a:pt x="1345580" y="507380"/>
                </a:lnTo>
                <a:lnTo>
                  <a:pt x="1364620" y="479125"/>
                </a:lnTo>
                <a:lnTo>
                  <a:pt x="1371599" y="444500"/>
                </a:lnTo>
                <a:lnTo>
                  <a:pt x="1371599" y="88900"/>
                </a:lnTo>
                <a:lnTo>
                  <a:pt x="1364620" y="54274"/>
                </a:lnTo>
                <a:lnTo>
                  <a:pt x="1345580" y="26019"/>
                </a:lnTo>
                <a:lnTo>
                  <a:pt x="1317325" y="6979"/>
                </a:lnTo>
                <a:lnTo>
                  <a:pt x="1282699" y="0"/>
                </a:lnTo>
                <a:close/>
              </a:path>
            </a:pathLst>
          </a:custGeom>
          <a:solidFill>
            <a:srgbClr val="FFCC00"/>
          </a:solidFill>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16" name="object 10">
            <a:extLst>
              <a:ext uri="{FF2B5EF4-FFF2-40B4-BE49-F238E27FC236}">
                <a16:creationId xmlns:a16="http://schemas.microsoft.com/office/drawing/2014/main" id="{29B985AA-F662-7D6D-083E-2B0E2C681D70}"/>
              </a:ext>
            </a:extLst>
          </p:cNvPr>
          <p:cNvSpPr/>
          <p:nvPr/>
        </p:nvSpPr>
        <p:spPr>
          <a:xfrm>
            <a:off x="6447203" y="4646720"/>
            <a:ext cx="1371600" cy="533400"/>
          </a:xfrm>
          <a:custGeom>
            <a:avLst/>
            <a:gdLst/>
            <a:ahLst/>
            <a:cxnLst/>
            <a:rect l="l" t="t" r="r" b="b"/>
            <a:pathLst>
              <a:path w="1371600" h="533400">
                <a:moveTo>
                  <a:pt x="0" y="88900"/>
                </a:moveTo>
                <a:lnTo>
                  <a:pt x="6979" y="54274"/>
                </a:lnTo>
                <a:lnTo>
                  <a:pt x="26019" y="26019"/>
                </a:lnTo>
                <a:lnTo>
                  <a:pt x="54274" y="6979"/>
                </a:lnTo>
                <a:lnTo>
                  <a:pt x="88900" y="0"/>
                </a:lnTo>
                <a:lnTo>
                  <a:pt x="1282699" y="0"/>
                </a:lnTo>
                <a:lnTo>
                  <a:pt x="1317325" y="6979"/>
                </a:lnTo>
                <a:lnTo>
                  <a:pt x="1345580" y="26019"/>
                </a:lnTo>
                <a:lnTo>
                  <a:pt x="1364620" y="54274"/>
                </a:lnTo>
                <a:lnTo>
                  <a:pt x="1371599" y="88900"/>
                </a:lnTo>
                <a:lnTo>
                  <a:pt x="1371599" y="444500"/>
                </a:lnTo>
                <a:lnTo>
                  <a:pt x="1364620" y="479125"/>
                </a:lnTo>
                <a:lnTo>
                  <a:pt x="1345580" y="507380"/>
                </a:lnTo>
                <a:lnTo>
                  <a:pt x="1317325" y="526420"/>
                </a:lnTo>
                <a:lnTo>
                  <a:pt x="1282699" y="533400"/>
                </a:lnTo>
                <a:lnTo>
                  <a:pt x="88900" y="533400"/>
                </a:lnTo>
                <a:lnTo>
                  <a:pt x="54274" y="526420"/>
                </a:lnTo>
                <a:lnTo>
                  <a:pt x="26019" y="507380"/>
                </a:lnTo>
                <a:lnTo>
                  <a:pt x="6979" y="479125"/>
                </a:lnTo>
                <a:lnTo>
                  <a:pt x="0" y="444500"/>
                </a:lnTo>
                <a:lnTo>
                  <a:pt x="0" y="88900"/>
                </a:lnTo>
                <a:close/>
              </a:path>
            </a:pathLst>
          </a:custGeom>
          <a:ln w="9144">
            <a:solidFill>
              <a:srgbClr val="000000"/>
            </a:solidFill>
          </a:ln>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17" name="object 11">
            <a:extLst>
              <a:ext uri="{FF2B5EF4-FFF2-40B4-BE49-F238E27FC236}">
                <a16:creationId xmlns:a16="http://schemas.microsoft.com/office/drawing/2014/main" id="{A6CCAA5C-2906-0F3C-3145-4F8925EC074F}"/>
              </a:ext>
            </a:extLst>
          </p:cNvPr>
          <p:cNvSpPr txBox="1"/>
          <p:nvPr/>
        </p:nvSpPr>
        <p:spPr>
          <a:xfrm>
            <a:off x="6600365" y="4771434"/>
            <a:ext cx="1002030" cy="215444"/>
          </a:xfrm>
          <a:prstGeom prst="rect">
            <a:avLst/>
          </a:prstGeom>
        </p:spPr>
        <p:txBody>
          <a:bodyPr vert="horz" wrap="square" lIns="0" tIns="0" rIns="0" bIns="0" rtlCol="0">
            <a:spAutoFit/>
          </a:bodyPr>
          <a:lstStyle/>
          <a:p>
            <a:pPr marL="12700">
              <a:lnSpc>
                <a:spcPct val="100000"/>
              </a:lnSpc>
            </a:pPr>
            <a:r>
              <a:rPr sz="1400" dirty="0">
                <a:latin typeface="Arial" panose="020B0604020202020204" pitchFamily="34" charset="0"/>
                <a:cs typeface="Arial" panose="020B0604020202020204" pitchFamily="34" charset="0"/>
              </a:rPr>
              <a:t>Detached</a:t>
            </a:r>
          </a:p>
        </p:txBody>
      </p:sp>
      <p:sp>
        <p:nvSpPr>
          <p:cNvPr id="18" name="object 12">
            <a:extLst>
              <a:ext uri="{FF2B5EF4-FFF2-40B4-BE49-F238E27FC236}">
                <a16:creationId xmlns:a16="http://schemas.microsoft.com/office/drawing/2014/main" id="{4CB9416D-198E-D58D-77E7-13DEDA01F82A}"/>
              </a:ext>
            </a:extLst>
          </p:cNvPr>
          <p:cNvSpPr/>
          <p:nvPr/>
        </p:nvSpPr>
        <p:spPr>
          <a:xfrm>
            <a:off x="6808392" y="2132120"/>
            <a:ext cx="76200" cy="914400"/>
          </a:xfrm>
          <a:custGeom>
            <a:avLst/>
            <a:gdLst/>
            <a:ahLst/>
            <a:cxnLst/>
            <a:rect l="l" t="t" r="r" b="b"/>
            <a:pathLst>
              <a:path w="76200" h="914400">
                <a:moveTo>
                  <a:pt x="31750" y="838200"/>
                </a:moveTo>
                <a:lnTo>
                  <a:pt x="0" y="838200"/>
                </a:lnTo>
                <a:lnTo>
                  <a:pt x="38100" y="914400"/>
                </a:lnTo>
                <a:lnTo>
                  <a:pt x="69850" y="850900"/>
                </a:lnTo>
                <a:lnTo>
                  <a:pt x="31750" y="850900"/>
                </a:lnTo>
                <a:lnTo>
                  <a:pt x="31750" y="838200"/>
                </a:lnTo>
                <a:close/>
              </a:path>
              <a:path w="76200" h="914400">
                <a:moveTo>
                  <a:pt x="44450" y="0"/>
                </a:moveTo>
                <a:lnTo>
                  <a:pt x="31750" y="0"/>
                </a:lnTo>
                <a:lnTo>
                  <a:pt x="31750" y="850900"/>
                </a:lnTo>
                <a:lnTo>
                  <a:pt x="44450" y="850900"/>
                </a:lnTo>
                <a:lnTo>
                  <a:pt x="44450" y="0"/>
                </a:lnTo>
                <a:close/>
              </a:path>
              <a:path w="76200" h="914400">
                <a:moveTo>
                  <a:pt x="76200" y="838200"/>
                </a:moveTo>
                <a:lnTo>
                  <a:pt x="44450" y="838200"/>
                </a:lnTo>
                <a:lnTo>
                  <a:pt x="44450" y="850900"/>
                </a:lnTo>
                <a:lnTo>
                  <a:pt x="69850" y="850900"/>
                </a:lnTo>
                <a:lnTo>
                  <a:pt x="76200" y="838200"/>
                </a:lnTo>
                <a:close/>
              </a:path>
            </a:pathLst>
          </a:custGeom>
          <a:solidFill>
            <a:srgbClr val="000000"/>
          </a:solidFill>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19" name="object 13">
            <a:extLst>
              <a:ext uri="{FF2B5EF4-FFF2-40B4-BE49-F238E27FC236}">
                <a16:creationId xmlns:a16="http://schemas.microsoft.com/office/drawing/2014/main" id="{B6EEBC5E-A2F7-D829-88ED-2FDEEC1A2768}"/>
              </a:ext>
            </a:extLst>
          </p:cNvPr>
          <p:cNvSpPr/>
          <p:nvPr/>
        </p:nvSpPr>
        <p:spPr>
          <a:xfrm>
            <a:off x="6866303" y="3579920"/>
            <a:ext cx="76200" cy="1066800"/>
          </a:xfrm>
          <a:custGeom>
            <a:avLst/>
            <a:gdLst/>
            <a:ahLst/>
            <a:cxnLst/>
            <a:rect l="l" t="t" r="r" b="b"/>
            <a:pathLst>
              <a:path w="76200" h="1066800">
                <a:moveTo>
                  <a:pt x="31750" y="990600"/>
                </a:moveTo>
                <a:lnTo>
                  <a:pt x="0" y="990600"/>
                </a:lnTo>
                <a:lnTo>
                  <a:pt x="38100" y="1066800"/>
                </a:lnTo>
                <a:lnTo>
                  <a:pt x="69850" y="1003300"/>
                </a:lnTo>
                <a:lnTo>
                  <a:pt x="31750" y="1003300"/>
                </a:lnTo>
                <a:lnTo>
                  <a:pt x="31750" y="990600"/>
                </a:lnTo>
                <a:close/>
              </a:path>
              <a:path w="76200" h="1066800">
                <a:moveTo>
                  <a:pt x="44450" y="0"/>
                </a:moveTo>
                <a:lnTo>
                  <a:pt x="31750" y="0"/>
                </a:lnTo>
                <a:lnTo>
                  <a:pt x="31750" y="1003300"/>
                </a:lnTo>
                <a:lnTo>
                  <a:pt x="44450" y="1003300"/>
                </a:lnTo>
                <a:lnTo>
                  <a:pt x="44450" y="0"/>
                </a:lnTo>
                <a:close/>
              </a:path>
              <a:path w="76200" h="1066800">
                <a:moveTo>
                  <a:pt x="76200" y="990600"/>
                </a:moveTo>
                <a:lnTo>
                  <a:pt x="44450" y="990600"/>
                </a:lnTo>
                <a:lnTo>
                  <a:pt x="44450" y="1003300"/>
                </a:lnTo>
                <a:lnTo>
                  <a:pt x="69850" y="1003300"/>
                </a:lnTo>
                <a:lnTo>
                  <a:pt x="76200" y="990600"/>
                </a:lnTo>
                <a:close/>
              </a:path>
            </a:pathLst>
          </a:custGeom>
          <a:solidFill>
            <a:srgbClr val="000000"/>
          </a:solidFill>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20" name="object 14">
            <a:extLst>
              <a:ext uri="{FF2B5EF4-FFF2-40B4-BE49-F238E27FC236}">
                <a16:creationId xmlns:a16="http://schemas.microsoft.com/office/drawing/2014/main" id="{F1D99F2B-7B49-E91F-0252-F90B5663252C}"/>
              </a:ext>
            </a:extLst>
          </p:cNvPr>
          <p:cNvSpPr/>
          <p:nvPr/>
        </p:nvSpPr>
        <p:spPr>
          <a:xfrm>
            <a:off x="9056292" y="3046520"/>
            <a:ext cx="533400" cy="533400"/>
          </a:xfrm>
          <a:custGeom>
            <a:avLst/>
            <a:gdLst/>
            <a:ahLst/>
            <a:cxnLst/>
            <a:rect l="l" t="t" r="r" b="b"/>
            <a:pathLst>
              <a:path w="533400" h="533400">
                <a:moveTo>
                  <a:pt x="266700" y="0"/>
                </a:moveTo>
                <a:lnTo>
                  <a:pt x="218753" y="4296"/>
                </a:lnTo>
                <a:lnTo>
                  <a:pt x="173629" y="16682"/>
                </a:lnTo>
                <a:lnTo>
                  <a:pt x="132079" y="36406"/>
                </a:lnTo>
                <a:lnTo>
                  <a:pt x="94858" y="62716"/>
                </a:lnTo>
                <a:lnTo>
                  <a:pt x="62716" y="94858"/>
                </a:lnTo>
                <a:lnTo>
                  <a:pt x="36406" y="132080"/>
                </a:lnTo>
                <a:lnTo>
                  <a:pt x="16682" y="173629"/>
                </a:lnTo>
                <a:lnTo>
                  <a:pt x="4296" y="218753"/>
                </a:lnTo>
                <a:lnTo>
                  <a:pt x="0" y="266700"/>
                </a:lnTo>
                <a:lnTo>
                  <a:pt x="4296" y="314646"/>
                </a:lnTo>
                <a:lnTo>
                  <a:pt x="16682" y="359770"/>
                </a:lnTo>
                <a:lnTo>
                  <a:pt x="36406" y="401320"/>
                </a:lnTo>
                <a:lnTo>
                  <a:pt x="62716" y="438541"/>
                </a:lnTo>
                <a:lnTo>
                  <a:pt x="94858" y="470683"/>
                </a:lnTo>
                <a:lnTo>
                  <a:pt x="132079" y="496993"/>
                </a:lnTo>
                <a:lnTo>
                  <a:pt x="173629" y="516717"/>
                </a:lnTo>
                <a:lnTo>
                  <a:pt x="218753" y="529103"/>
                </a:lnTo>
                <a:lnTo>
                  <a:pt x="266700" y="533400"/>
                </a:lnTo>
                <a:lnTo>
                  <a:pt x="314646" y="529103"/>
                </a:lnTo>
                <a:lnTo>
                  <a:pt x="359770" y="516717"/>
                </a:lnTo>
                <a:lnTo>
                  <a:pt x="401320" y="496993"/>
                </a:lnTo>
                <a:lnTo>
                  <a:pt x="438541" y="470683"/>
                </a:lnTo>
                <a:lnTo>
                  <a:pt x="470683" y="438541"/>
                </a:lnTo>
                <a:lnTo>
                  <a:pt x="496993" y="401319"/>
                </a:lnTo>
                <a:lnTo>
                  <a:pt x="497596" y="400050"/>
                </a:lnTo>
                <a:lnTo>
                  <a:pt x="266700" y="400050"/>
                </a:lnTo>
                <a:lnTo>
                  <a:pt x="224546" y="393252"/>
                </a:lnTo>
                <a:lnTo>
                  <a:pt x="187939" y="374324"/>
                </a:lnTo>
                <a:lnTo>
                  <a:pt x="159075" y="345460"/>
                </a:lnTo>
                <a:lnTo>
                  <a:pt x="140147" y="308853"/>
                </a:lnTo>
                <a:lnTo>
                  <a:pt x="133350" y="266700"/>
                </a:lnTo>
                <a:lnTo>
                  <a:pt x="140147" y="224546"/>
                </a:lnTo>
                <a:lnTo>
                  <a:pt x="159075" y="187939"/>
                </a:lnTo>
                <a:lnTo>
                  <a:pt x="187939" y="159075"/>
                </a:lnTo>
                <a:lnTo>
                  <a:pt x="224546" y="140147"/>
                </a:lnTo>
                <a:lnTo>
                  <a:pt x="266700" y="133350"/>
                </a:lnTo>
                <a:lnTo>
                  <a:pt x="497596" y="133350"/>
                </a:lnTo>
                <a:lnTo>
                  <a:pt x="496993" y="132079"/>
                </a:lnTo>
                <a:lnTo>
                  <a:pt x="470683" y="94858"/>
                </a:lnTo>
                <a:lnTo>
                  <a:pt x="438541" y="62716"/>
                </a:lnTo>
                <a:lnTo>
                  <a:pt x="401320" y="36406"/>
                </a:lnTo>
                <a:lnTo>
                  <a:pt x="359770" y="16682"/>
                </a:lnTo>
                <a:lnTo>
                  <a:pt x="314646" y="4296"/>
                </a:lnTo>
                <a:lnTo>
                  <a:pt x="266700" y="0"/>
                </a:lnTo>
                <a:close/>
              </a:path>
              <a:path w="533400" h="533400">
                <a:moveTo>
                  <a:pt x="497596" y="133350"/>
                </a:moveTo>
                <a:lnTo>
                  <a:pt x="266700" y="133350"/>
                </a:lnTo>
                <a:lnTo>
                  <a:pt x="308853" y="140147"/>
                </a:lnTo>
                <a:lnTo>
                  <a:pt x="345460" y="159075"/>
                </a:lnTo>
                <a:lnTo>
                  <a:pt x="374324" y="187939"/>
                </a:lnTo>
                <a:lnTo>
                  <a:pt x="393252" y="224546"/>
                </a:lnTo>
                <a:lnTo>
                  <a:pt x="400050" y="266700"/>
                </a:lnTo>
                <a:lnTo>
                  <a:pt x="393252" y="308853"/>
                </a:lnTo>
                <a:lnTo>
                  <a:pt x="374324" y="345460"/>
                </a:lnTo>
                <a:lnTo>
                  <a:pt x="345460" y="374324"/>
                </a:lnTo>
                <a:lnTo>
                  <a:pt x="308853" y="393252"/>
                </a:lnTo>
                <a:lnTo>
                  <a:pt x="266700" y="400050"/>
                </a:lnTo>
                <a:lnTo>
                  <a:pt x="497596" y="400050"/>
                </a:lnTo>
                <a:lnTo>
                  <a:pt x="516717" y="359770"/>
                </a:lnTo>
                <a:lnTo>
                  <a:pt x="529103" y="314646"/>
                </a:lnTo>
                <a:lnTo>
                  <a:pt x="533400" y="266700"/>
                </a:lnTo>
                <a:lnTo>
                  <a:pt x="529103" y="218753"/>
                </a:lnTo>
                <a:lnTo>
                  <a:pt x="516717" y="173629"/>
                </a:lnTo>
                <a:lnTo>
                  <a:pt x="497596" y="133350"/>
                </a:lnTo>
                <a:close/>
              </a:path>
            </a:pathLst>
          </a:custGeom>
          <a:solidFill>
            <a:srgbClr val="FFCC00"/>
          </a:solidFill>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21" name="object 15">
            <a:extLst>
              <a:ext uri="{FF2B5EF4-FFF2-40B4-BE49-F238E27FC236}">
                <a16:creationId xmlns:a16="http://schemas.microsoft.com/office/drawing/2014/main" id="{4F9DDD2C-B351-F096-E0A8-5BCD2A004C8E}"/>
              </a:ext>
            </a:extLst>
          </p:cNvPr>
          <p:cNvSpPr/>
          <p:nvPr/>
        </p:nvSpPr>
        <p:spPr>
          <a:xfrm>
            <a:off x="9056292" y="3046520"/>
            <a:ext cx="533400" cy="533400"/>
          </a:xfrm>
          <a:custGeom>
            <a:avLst/>
            <a:gdLst/>
            <a:ahLst/>
            <a:cxnLst/>
            <a:rect l="l" t="t" r="r" b="b"/>
            <a:pathLst>
              <a:path w="533400" h="533400">
                <a:moveTo>
                  <a:pt x="0" y="266700"/>
                </a:moveTo>
                <a:lnTo>
                  <a:pt x="4296" y="218753"/>
                </a:lnTo>
                <a:lnTo>
                  <a:pt x="16682" y="173629"/>
                </a:lnTo>
                <a:lnTo>
                  <a:pt x="36406" y="132080"/>
                </a:lnTo>
                <a:lnTo>
                  <a:pt x="62716" y="94858"/>
                </a:lnTo>
                <a:lnTo>
                  <a:pt x="94858" y="62716"/>
                </a:lnTo>
                <a:lnTo>
                  <a:pt x="132079" y="36406"/>
                </a:lnTo>
                <a:lnTo>
                  <a:pt x="173629" y="16682"/>
                </a:lnTo>
                <a:lnTo>
                  <a:pt x="218753" y="4296"/>
                </a:lnTo>
                <a:lnTo>
                  <a:pt x="266700" y="0"/>
                </a:lnTo>
                <a:lnTo>
                  <a:pt x="314646" y="4296"/>
                </a:lnTo>
                <a:lnTo>
                  <a:pt x="359770" y="16682"/>
                </a:lnTo>
                <a:lnTo>
                  <a:pt x="401320" y="36406"/>
                </a:lnTo>
                <a:lnTo>
                  <a:pt x="438541" y="62716"/>
                </a:lnTo>
                <a:lnTo>
                  <a:pt x="470683" y="94858"/>
                </a:lnTo>
                <a:lnTo>
                  <a:pt x="496993" y="132079"/>
                </a:lnTo>
                <a:lnTo>
                  <a:pt x="516717" y="173629"/>
                </a:lnTo>
                <a:lnTo>
                  <a:pt x="529103" y="218753"/>
                </a:lnTo>
                <a:lnTo>
                  <a:pt x="533400" y="266700"/>
                </a:lnTo>
                <a:lnTo>
                  <a:pt x="529103" y="314646"/>
                </a:lnTo>
                <a:lnTo>
                  <a:pt x="516717" y="359770"/>
                </a:lnTo>
                <a:lnTo>
                  <a:pt x="496993" y="401319"/>
                </a:lnTo>
                <a:lnTo>
                  <a:pt x="470683" y="438541"/>
                </a:lnTo>
                <a:lnTo>
                  <a:pt x="438541" y="470683"/>
                </a:lnTo>
                <a:lnTo>
                  <a:pt x="401320" y="496993"/>
                </a:lnTo>
                <a:lnTo>
                  <a:pt x="359770" y="516717"/>
                </a:lnTo>
                <a:lnTo>
                  <a:pt x="314646" y="529103"/>
                </a:lnTo>
                <a:lnTo>
                  <a:pt x="266700" y="533400"/>
                </a:lnTo>
                <a:lnTo>
                  <a:pt x="218753" y="529103"/>
                </a:lnTo>
                <a:lnTo>
                  <a:pt x="173629" y="516717"/>
                </a:lnTo>
                <a:lnTo>
                  <a:pt x="132079" y="496993"/>
                </a:lnTo>
                <a:lnTo>
                  <a:pt x="94858" y="470683"/>
                </a:lnTo>
                <a:lnTo>
                  <a:pt x="62716" y="438541"/>
                </a:lnTo>
                <a:lnTo>
                  <a:pt x="36406" y="401320"/>
                </a:lnTo>
                <a:lnTo>
                  <a:pt x="16682" y="359770"/>
                </a:lnTo>
                <a:lnTo>
                  <a:pt x="4296" y="314646"/>
                </a:lnTo>
                <a:lnTo>
                  <a:pt x="0" y="266700"/>
                </a:lnTo>
                <a:close/>
              </a:path>
            </a:pathLst>
          </a:custGeom>
          <a:ln w="9144">
            <a:solidFill>
              <a:srgbClr val="000000"/>
            </a:solidFill>
          </a:ln>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22" name="object 16">
            <a:extLst>
              <a:ext uri="{FF2B5EF4-FFF2-40B4-BE49-F238E27FC236}">
                <a16:creationId xmlns:a16="http://schemas.microsoft.com/office/drawing/2014/main" id="{EDB5598F-FD72-BFB0-3D62-7218E4366AE4}"/>
              </a:ext>
            </a:extLst>
          </p:cNvPr>
          <p:cNvSpPr/>
          <p:nvPr/>
        </p:nvSpPr>
        <p:spPr>
          <a:xfrm>
            <a:off x="9189642" y="3179870"/>
            <a:ext cx="266700" cy="266700"/>
          </a:xfrm>
          <a:custGeom>
            <a:avLst/>
            <a:gdLst/>
            <a:ahLst/>
            <a:cxnLst/>
            <a:rect l="l" t="t" r="r" b="b"/>
            <a:pathLst>
              <a:path w="266700" h="266700">
                <a:moveTo>
                  <a:pt x="0" y="133350"/>
                </a:moveTo>
                <a:lnTo>
                  <a:pt x="6797" y="175503"/>
                </a:lnTo>
                <a:lnTo>
                  <a:pt x="25725" y="212110"/>
                </a:lnTo>
                <a:lnTo>
                  <a:pt x="54589" y="240974"/>
                </a:lnTo>
                <a:lnTo>
                  <a:pt x="91196" y="259902"/>
                </a:lnTo>
                <a:lnTo>
                  <a:pt x="133350" y="266700"/>
                </a:lnTo>
                <a:lnTo>
                  <a:pt x="175503" y="259902"/>
                </a:lnTo>
                <a:lnTo>
                  <a:pt x="212110" y="240974"/>
                </a:lnTo>
                <a:lnTo>
                  <a:pt x="240974" y="212110"/>
                </a:lnTo>
                <a:lnTo>
                  <a:pt x="259902" y="175503"/>
                </a:lnTo>
                <a:lnTo>
                  <a:pt x="266700" y="133350"/>
                </a:lnTo>
                <a:lnTo>
                  <a:pt x="259902" y="91196"/>
                </a:lnTo>
                <a:lnTo>
                  <a:pt x="240974" y="54589"/>
                </a:lnTo>
                <a:lnTo>
                  <a:pt x="212110" y="25725"/>
                </a:lnTo>
                <a:lnTo>
                  <a:pt x="175503" y="6797"/>
                </a:lnTo>
                <a:lnTo>
                  <a:pt x="133350" y="0"/>
                </a:lnTo>
                <a:lnTo>
                  <a:pt x="91196" y="6797"/>
                </a:lnTo>
                <a:lnTo>
                  <a:pt x="54589" y="25725"/>
                </a:lnTo>
                <a:lnTo>
                  <a:pt x="25725" y="54589"/>
                </a:lnTo>
                <a:lnTo>
                  <a:pt x="6797" y="91196"/>
                </a:lnTo>
                <a:lnTo>
                  <a:pt x="0" y="133350"/>
                </a:lnTo>
                <a:close/>
              </a:path>
            </a:pathLst>
          </a:custGeom>
          <a:ln w="9144">
            <a:solidFill>
              <a:srgbClr val="000000"/>
            </a:solidFill>
          </a:ln>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23" name="object 17">
            <a:extLst>
              <a:ext uri="{FF2B5EF4-FFF2-40B4-BE49-F238E27FC236}">
                <a16:creationId xmlns:a16="http://schemas.microsoft.com/office/drawing/2014/main" id="{DAAAF3E2-E823-17FF-D6FB-D29CCE7A51D1}"/>
              </a:ext>
            </a:extLst>
          </p:cNvPr>
          <p:cNvSpPr/>
          <p:nvPr/>
        </p:nvSpPr>
        <p:spPr>
          <a:xfrm>
            <a:off x="8827692" y="1827320"/>
            <a:ext cx="457200" cy="0"/>
          </a:xfrm>
          <a:custGeom>
            <a:avLst/>
            <a:gdLst/>
            <a:ahLst/>
            <a:cxnLst/>
            <a:rect l="l" t="t" r="r" b="b"/>
            <a:pathLst>
              <a:path w="457200">
                <a:moveTo>
                  <a:pt x="0" y="0"/>
                </a:moveTo>
                <a:lnTo>
                  <a:pt x="457200" y="0"/>
                </a:lnTo>
              </a:path>
            </a:pathLst>
          </a:custGeom>
          <a:ln w="9144">
            <a:solidFill>
              <a:srgbClr val="000000"/>
            </a:solidFill>
          </a:ln>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24" name="object 18">
            <a:extLst>
              <a:ext uri="{FF2B5EF4-FFF2-40B4-BE49-F238E27FC236}">
                <a16:creationId xmlns:a16="http://schemas.microsoft.com/office/drawing/2014/main" id="{54A5410C-6B87-EDA8-153F-916E7B5D3427}"/>
              </a:ext>
            </a:extLst>
          </p:cNvPr>
          <p:cNvSpPr/>
          <p:nvPr/>
        </p:nvSpPr>
        <p:spPr>
          <a:xfrm>
            <a:off x="9246792" y="1827320"/>
            <a:ext cx="76200" cy="1219200"/>
          </a:xfrm>
          <a:custGeom>
            <a:avLst/>
            <a:gdLst/>
            <a:ahLst/>
            <a:cxnLst/>
            <a:rect l="l" t="t" r="r" b="b"/>
            <a:pathLst>
              <a:path w="76200" h="1219200">
                <a:moveTo>
                  <a:pt x="31750" y="1143000"/>
                </a:moveTo>
                <a:lnTo>
                  <a:pt x="0" y="1143000"/>
                </a:lnTo>
                <a:lnTo>
                  <a:pt x="38100" y="1219200"/>
                </a:lnTo>
                <a:lnTo>
                  <a:pt x="69850" y="1155700"/>
                </a:lnTo>
                <a:lnTo>
                  <a:pt x="31750" y="1155700"/>
                </a:lnTo>
                <a:lnTo>
                  <a:pt x="31750" y="1143000"/>
                </a:lnTo>
                <a:close/>
              </a:path>
              <a:path w="76200" h="1219200">
                <a:moveTo>
                  <a:pt x="44450" y="0"/>
                </a:moveTo>
                <a:lnTo>
                  <a:pt x="31750" y="0"/>
                </a:lnTo>
                <a:lnTo>
                  <a:pt x="31750" y="1155700"/>
                </a:lnTo>
                <a:lnTo>
                  <a:pt x="44450" y="1155700"/>
                </a:lnTo>
                <a:lnTo>
                  <a:pt x="44450" y="0"/>
                </a:lnTo>
                <a:close/>
              </a:path>
              <a:path w="76200" h="1219200">
                <a:moveTo>
                  <a:pt x="76200" y="1143000"/>
                </a:moveTo>
                <a:lnTo>
                  <a:pt x="44450" y="1143000"/>
                </a:lnTo>
                <a:lnTo>
                  <a:pt x="44450" y="1155700"/>
                </a:lnTo>
                <a:lnTo>
                  <a:pt x="69850" y="1155700"/>
                </a:lnTo>
                <a:lnTo>
                  <a:pt x="76200" y="1143000"/>
                </a:lnTo>
                <a:close/>
              </a:path>
            </a:pathLst>
          </a:custGeom>
          <a:solidFill>
            <a:srgbClr val="000000"/>
          </a:solidFill>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25" name="object 19">
            <a:extLst>
              <a:ext uri="{FF2B5EF4-FFF2-40B4-BE49-F238E27FC236}">
                <a16:creationId xmlns:a16="http://schemas.microsoft.com/office/drawing/2014/main" id="{564512D1-8919-A1E2-515B-E84AA45F11E7}"/>
              </a:ext>
            </a:extLst>
          </p:cNvPr>
          <p:cNvSpPr txBox="1"/>
          <p:nvPr/>
        </p:nvSpPr>
        <p:spPr>
          <a:xfrm>
            <a:off x="8027592" y="1749849"/>
            <a:ext cx="724407" cy="215444"/>
          </a:xfrm>
          <a:prstGeom prst="rect">
            <a:avLst/>
          </a:prstGeom>
        </p:spPr>
        <p:txBody>
          <a:bodyPr vert="horz" wrap="square" lIns="0" tIns="0" rIns="0" bIns="0" rtlCol="0">
            <a:spAutoFit/>
          </a:bodyPr>
          <a:lstStyle>
            <a:defPPr>
              <a:defRPr lang="en-US"/>
            </a:defPPr>
            <a:lvl1pPr marL="12700">
              <a:lnSpc>
                <a:spcPct val="100000"/>
              </a:lnSpc>
              <a:defRPr sz="1300"/>
            </a:lvl1pPr>
          </a:lstStyle>
          <a:p>
            <a:r>
              <a:rPr sz="1400" dirty="0">
                <a:latin typeface="Arial" panose="020B0604020202020204" pitchFamily="34" charset="0"/>
                <a:cs typeface="Arial" panose="020B0604020202020204" pitchFamily="34" charset="0"/>
              </a:rPr>
              <a:t>Garbage</a:t>
            </a:r>
          </a:p>
        </p:txBody>
      </p:sp>
      <p:sp>
        <p:nvSpPr>
          <p:cNvPr id="26" name="object 20">
            <a:extLst>
              <a:ext uri="{FF2B5EF4-FFF2-40B4-BE49-F238E27FC236}">
                <a16:creationId xmlns:a16="http://schemas.microsoft.com/office/drawing/2014/main" id="{F5E37865-9055-1E46-ABA3-9752F73FE3D8}"/>
              </a:ext>
            </a:extLst>
          </p:cNvPr>
          <p:cNvSpPr txBox="1"/>
          <p:nvPr/>
        </p:nvSpPr>
        <p:spPr>
          <a:xfrm>
            <a:off x="8161574" y="4838491"/>
            <a:ext cx="847218" cy="215444"/>
          </a:xfrm>
          <a:prstGeom prst="rect">
            <a:avLst/>
          </a:prstGeom>
        </p:spPr>
        <p:txBody>
          <a:bodyPr vert="horz" wrap="square" lIns="0" tIns="0" rIns="0" bIns="0" rtlCol="0">
            <a:spAutoFit/>
          </a:bodyPr>
          <a:lstStyle>
            <a:defPPr>
              <a:defRPr lang="en-US"/>
            </a:defPPr>
            <a:lvl1pPr marL="12700">
              <a:lnSpc>
                <a:spcPct val="100000"/>
              </a:lnSpc>
              <a:defRPr sz="1300"/>
            </a:lvl1pPr>
          </a:lstStyle>
          <a:p>
            <a:r>
              <a:rPr sz="1400" dirty="0">
                <a:latin typeface="Arial" panose="020B0604020202020204" pitchFamily="34" charset="0"/>
                <a:cs typeface="Arial" panose="020B0604020202020204" pitchFamily="34" charset="0"/>
              </a:rPr>
              <a:t>Garbage</a:t>
            </a:r>
          </a:p>
        </p:txBody>
      </p:sp>
      <p:sp>
        <p:nvSpPr>
          <p:cNvPr id="27" name="object 21">
            <a:extLst>
              <a:ext uri="{FF2B5EF4-FFF2-40B4-BE49-F238E27FC236}">
                <a16:creationId xmlns:a16="http://schemas.microsoft.com/office/drawing/2014/main" id="{B1EC3C3C-D6ED-267A-2CF1-83F00F780BC6}"/>
              </a:ext>
            </a:extLst>
          </p:cNvPr>
          <p:cNvSpPr/>
          <p:nvPr/>
        </p:nvSpPr>
        <p:spPr>
          <a:xfrm>
            <a:off x="9322992" y="3579920"/>
            <a:ext cx="76200" cy="1371600"/>
          </a:xfrm>
          <a:custGeom>
            <a:avLst/>
            <a:gdLst/>
            <a:ahLst/>
            <a:cxnLst/>
            <a:rect l="l" t="t" r="r" b="b"/>
            <a:pathLst>
              <a:path w="76200" h="1371600">
                <a:moveTo>
                  <a:pt x="44450" y="63500"/>
                </a:moveTo>
                <a:lnTo>
                  <a:pt x="31750" y="63500"/>
                </a:lnTo>
                <a:lnTo>
                  <a:pt x="31750" y="1371600"/>
                </a:lnTo>
                <a:lnTo>
                  <a:pt x="44450" y="1371600"/>
                </a:lnTo>
                <a:lnTo>
                  <a:pt x="44450" y="63500"/>
                </a:lnTo>
                <a:close/>
              </a:path>
              <a:path w="76200" h="1371600">
                <a:moveTo>
                  <a:pt x="38100" y="0"/>
                </a:moveTo>
                <a:lnTo>
                  <a:pt x="0" y="76200"/>
                </a:lnTo>
                <a:lnTo>
                  <a:pt x="31750" y="76200"/>
                </a:lnTo>
                <a:lnTo>
                  <a:pt x="31750" y="63500"/>
                </a:lnTo>
                <a:lnTo>
                  <a:pt x="69850" y="63500"/>
                </a:lnTo>
                <a:lnTo>
                  <a:pt x="38100" y="0"/>
                </a:lnTo>
                <a:close/>
              </a:path>
              <a:path w="76200" h="1371600">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28" name="object 22">
            <a:extLst>
              <a:ext uri="{FF2B5EF4-FFF2-40B4-BE49-F238E27FC236}">
                <a16:creationId xmlns:a16="http://schemas.microsoft.com/office/drawing/2014/main" id="{870A3E0D-7CFD-833B-ABC3-25103FD97AD2}"/>
              </a:ext>
            </a:extLst>
          </p:cNvPr>
          <p:cNvSpPr/>
          <p:nvPr/>
        </p:nvSpPr>
        <p:spPr>
          <a:xfrm>
            <a:off x="8903892" y="4951520"/>
            <a:ext cx="457200" cy="0"/>
          </a:xfrm>
          <a:custGeom>
            <a:avLst/>
            <a:gdLst/>
            <a:ahLst/>
            <a:cxnLst/>
            <a:rect l="l" t="t" r="r" b="b"/>
            <a:pathLst>
              <a:path w="457200">
                <a:moveTo>
                  <a:pt x="0" y="0"/>
                </a:moveTo>
                <a:lnTo>
                  <a:pt x="457200" y="0"/>
                </a:lnTo>
              </a:path>
            </a:pathLst>
          </a:custGeom>
          <a:ln w="9144">
            <a:solidFill>
              <a:srgbClr val="000000"/>
            </a:solidFill>
          </a:ln>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29" name="object 23">
            <a:extLst>
              <a:ext uri="{FF2B5EF4-FFF2-40B4-BE49-F238E27FC236}">
                <a16:creationId xmlns:a16="http://schemas.microsoft.com/office/drawing/2014/main" id="{A505701D-A5BE-088A-23F7-AA86BB5CA669}"/>
              </a:ext>
            </a:extLst>
          </p:cNvPr>
          <p:cNvSpPr txBox="1"/>
          <p:nvPr/>
        </p:nvSpPr>
        <p:spPr>
          <a:xfrm>
            <a:off x="1283892" y="1559095"/>
            <a:ext cx="3505200" cy="1331775"/>
          </a:xfrm>
          <a:prstGeom prst="rect">
            <a:avLst/>
          </a:prstGeom>
          <a:solidFill>
            <a:srgbClr val="A7E8FF"/>
          </a:solidFill>
        </p:spPr>
        <p:txBody>
          <a:bodyPr vert="horz" wrap="square" lIns="0" tIns="38735" rIns="0" bIns="0" rtlCol="0">
            <a:spAutoFit/>
          </a:bodyPr>
          <a:lstStyle/>
          <a:p>
            <a:pPr marL="91440" marR="440055" algn="just">
              <a:lnSpc>
                <a:spcPct val="100000"/>
              </a:lnSpc>
              <a:spcBef>
                <a:spcPts val="305"/>
              </a:spcBef>
              <a:buChar char="•"/>
              <a:tabLst>
                <a:tab pos="187960" algn="l"/>
              </a:tabLst>
            </a:pPr>
            <a:r>
              <a:rPr sz="1400" dirty="0">
                <a:latin typeface="Arial" panose="020B0604020202020204" pitchFamily="34" charset="0"/>
                <a:cs typeface="Arial" panose="020B0604020202020204" pitchFamily="34" charset="0"/>
              </a:rPr>
              <a:t>An object is transient when instantiated  with new operator</a:t>
            </a:r>
          </a:p>
          <a:p>
            <a:pPr marL="203835" indent="-112395" algn="just">
              <a:lnSpc>
                <a:spcPct val="100000"/>
              </a:lnSpc>
              <a:buChar char="•"/>
              <a:tabLst>
                <a:tab pos="204470" algn="l"/>
              </a:tabLst>
            </a:pPr>
            <a:r>
              <a:rPr sz="1400" dirty="0">
                <a:latin typeface="Arial" panose="020B0604020202020204" pitchFamily="34" charset="0"/>
                <a:cs typeface="Arial" panose="020B0604020202020204" pitchFamily="34" charset="0"/>
              </a:rPr>
              <a:t>Not associated with Hibernate session</a:t>
            </a:r>
          </a:p>
          <a:p>
            <a:pPr marL="91440" marR="180975" algn="just">
              <a:lnSpc>
                <a:spcPct val="100000"/>
              </a:lnSpc>
              <a:buChar char="•"/>
              <a:tabLst>
                <a:tab pos="204470" algn="l"/>
              </a:tabLst>
            </a:pPr>
            <a:r>
              <a:rPr sz="1400" dirty="0">
                <a:latin typeface="Arial" panose="020B0604020202020204" pitchFamily="34" charset="0"/>
                <a:cs typeface="Arial" panose="020B0604020202020204" pitchFamily="34" charset="0"/>
              </a:rPr>
              <a:t>No persistent representation in database &amp;  no identifier value yet assigned</a:t>
            </a:r>
          </a:p>
        </p:txBody>
      </p:sp>
      <p:sp>
        <p:nvSpPr>
          <p:cNvPr id="30" name="object 24">
            <a:extLst>
              <a:ext uri="{FF2B5EF4-FFF2-40B4-BE49-F238E27FC236}">
                <a16:creationId xmlns:a16="http://schemas.microsoft.com/office/drawing/2014/main" id="{B174E193-2F52-9304-EF84-99DA7251D301}"/>
              </a:ext>
            </a:extLst>
          </p:cNvPr>
          <p:cNvSpPr txBox="1"/>
          <p:nvPr/>
        </p:nvSpPr>
        <p:spPr>
          <a:xfrm>
            <a:off x="1283892" y="3046520"/>
            <a:ext cx="3505200" cy="1116972"/>
          </a:xfrm>
          <a:prstGeom prst="rect">
            <a:avLst/>
          </a:prstGeom>
          <a:solidFill>
            <a:srgbClr val="A7E8FF"/>
          </a:solidFill>
        </p:spPr>
        <p:txBody>
          <a:bodyPr vert="horz" wrap="square" lIns="0" tIns="39370" rIns="0" bIns="0" rtlCol="0">
            <a:spAutoFit/>
          </a:bodyPr>
          <a:lstStyle/>
          <a:p>
            <a:pPr marL="91440" marR="106045" algn="just">
              <a:lnSpc>
                <a:spcPct val="100000"/>
              </a:lnSpc>
              <a:spcBef>
                <a:spcPts val="310"/>
              </a:spcBef>
              <a:buChar char="•"/>
              <a:tabLst>
                <a:tab pos="187960" algn="l"/>
              </a:tabLst>
            </a:pPr>
            <a:r>
              <a:rPr sz="1400" dirty="0">
                <a:latin typeface="Arial" panose="020B0604020202020204" pitchFamily="34" charset="0"/>
                <a:cs typeface="Arial" panose="020B0604020202020204" pitchFamily="34" charset="0"/>
              </a:rPr>
              <a:t>A persistent object has a database identity &amp;  an identifier value</a:t>
            </a:r>
          </a:p>
          <a:p>
            <a:pPr marL="91440" marR="245110" algn="just">
              <a:lnSpc>
                <a:spcPct val="100000"/>
              </a:lnSpc>
              <a:buChar char="•"/>
              <a:tabLst>
                <a:tab pos="187960" algn="l"/>
              </a:tabLst>
            </a:pPr>
            <a:r>
              <a:rPr sz="1400" dirty="0">
                <a:latin typeface="Arial" panose="020B0604020202020204" pitchFamily="34" charset="0"/>
                <a:cs typeface="Arial" panose="020B0604020202020204" pitchFamily="34" charset="0"/>
              </a:rPr>
              <a:t>Associated with Hibernate session – saved  or loaded</a:t>
            </a:r>
          </a:p>
          <a:p>
            <a:pPr marL="203835" indent="-112395" algn="just">
              <a:lnSpc>
                <a:spcPct val="100000"/>
              </a:lnSpc>
              <a:buChar char="•"/>
              <a:tabLst>
                <a:tab pos="204470" algn="l"/>
              </a:tabLst>
            </a:pPr>
            <a:r>
              <a:rPr sz="1400" dirty="0">
                <a:latin typeface="Arial" panose="020B0604020202020204" pitchFamily="34" charset="0"/>
                <a:cs typeface="Arial" panose="020B0604020202020204" pitchFamily="34" charset="0"/>
              </a:rPr>
              <a:t>Participate in a transaction</a:t>
            </a:r>
          </a:p>
        </p:txBody>
      </p:sp>
      <p:sp>
        <p:nvSpPr>
          <p:cNvPr id="31" name="object 25">
            <a:extLst>
              <a:ext uri="{FF2B5EF4-FFF2-40B4-BE49-F238E27FC236}">
                <a16:creationId xmlns:a16="http://schemas.microsoft.com/office/drawing/2014/main" id="{10FE03F3-C828-6966-C5BF-8CDD6A1510E5}"/>
              </a:ext>
            </a:extLst>
          </p:cNvPr>
          <p:cNvSpPr txBox="1"/>
          <p:nvPr/>
        </p:nvSpPr>
        <p:spPr>
          <a:xfrm>
            <a:off x="5560162" y="2326303"/>
            <a:ext cx="1371600" cy="430887"/>
          </a:xfrm>
          <a:prstGeom prst="rect">
            <a:avLst/>
          </a:prstGeom>
        </p:spPr>
        <p:txBody>
          <a:bodyPr vert="horz" wrap="square" lIns="0" tIns="0" rIns="0" bIns="0" rtlCol="0">
            <a:spAutoFit/>
          </a:bodyPr>
          <a:lstStyle>
            <a:defPPr>
              <a:defRPr lang="en-US"/>
            </a:defPPr>
            <a:lvl1pPr marL="12700">
              <a:lnSpc>
                <a:spcPct val="100000"/>
              </a:lnSpc>
              <a:defRPr sz="1300"/>
            </a:lvl1pPr>
          </a:lstStyle>
          <a:p>
            <a:r>
              <a:rPr sz="1400" dirty="0">
                <a:latin typeface="Arial" panose="020B0604020202020204" pitchFamily="34" charset="0"/>
                <a:cs typeface="Arial" panose="020B0604020202020204" pitchFamily="34" charset="0"/>
              </a:rPr>
              <a:t>save()  saveOrUpdate()</a:t>
            </a:r>
          </a:p>
        </p:txBody>
      </p:sp>
      <p:sp>
        <p:nvSpPr>
          <p:cNvPr id="32" name="object 26">
            <a:extLst>
              <a:ext uri="{FF2B5EF4-FFF2-40B4-BE49-F238E27FC236}">
                <a16:creationId xmlns:a16="http://schemas.microsoft.com/office/drawing/2014/main" id="{BC3E6317-9D99-5FA5-57FF-9524F3CC946D}"/>
              </a:ext>
            </a:extLst>
          </p:cNvPr>
          <p:cNvSpPr/>
          <p:nvPr/>
        </p:nvSpPr>
        <p:spPr>
          <a:xfrm>
            <a:off x="7742603" y="1827320"/>
            <a:ext cx="304800" cy="0"/>
          </a:xfrm>
          <a:custGeom>
            <a:avLst/>
            <a:gdLst/>
            <a:ahLst/>
            <a:cxnLst/>
            <a:rect l="l" t="t" r="r" b="b"/>
            <a:pathLst>
              <a:path w="304800">
                <a:moveTo>
                  <a:pt x="0" y="0"/>
                </a:moveTo>
                <a:lnTo>
                  <a:pt x="304800" y="0"/>
                </a:lnTo>
              </a:path>
            </a:pathLst>
          </a:custGeom>
          <a:ln w="9144">
            <a:solidFill>
              <a:srgbClr val="000000"/>
            </a:solidFill>
          </a:ln>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33" name="object 27">
            <a:extLst>
              <a:ext uri="{FF2B5EF4-FFF2-40B4-BE49-F238E27FC236}">
                <a16:creationId xmlns:a16="http://schemas.microsoft.com/office/drawing/2014/main" id="{C5003527-BF12-4052-9AE9-6E0E30EC0DC5}"/>
              </a:ext>
            </a:extLst>
          </p:cNvPr>
          <p:cNvSpPr/>
          <p:nvPr/>
        </p:nvSpPr>
        <p:spPr>
          <a:xfrm>
            <a:off x="7818803" y="4951520"/>
            <a:ext cx="304800" cy="0"/>
          </a:xfrm>
          <a:custGeom>
            <a:avLst/>
            <a:gdLst/>
            <a:ahLst/>
            <a:cxnLst/>
            <a:rect l="l" t="t" r="r" b="b"/>
            <a:pathLst>
              <a:path w="304800">
                <a:moveTo>
                  <a:pt x="0" y="0"/>
                </a:moveTo>
                <a:lnTo>
                  <a:pt x="304800" y="0"/>
                </a:lnTo>
              </a:path>
            </a:pathLst>
          </a:custGeom>
          <a:ln w="9144">
            <a:solidFill>
              <a:srgbClr val="000000"/>
            </a:solidFill>
          </a:ln>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34" name="object 28">
            <a:extLst>
              <a:ext uri="{FF2B5EF4-FFF2-40B4-BE49-F238E27FC236}">
                <a16:creationId xmlns:a16="http://schemas.microsoft.com/office/drawing/2014/main" id="{1206361D-81F3-7762-2A48-079DC5513EBF}"/>
              </a:ext>
            </a:extLst>
          </p:cNvPr>
          <p:cNvSpPr/>
          <p:nvPr/>
        </p:nvSpPr>
        <p:spPr>
          <a:xfrm>
            <a:off x="7475903" y="3579920"/>
            <a:ext cx="76200" cy="1066800"/>
          </a:xfrm>
          <a:custGeom>
            <a:avLst/>
            <a:gdLst/>
            <a:ahLst/>
            <a:cxnLst/>
            <a:rect l="l" t="t" r="r" b="b"/>
            <a:pathLst>
              <a:path w="76200" h="1066800">
                <a:moveTo>
                  <a:pt x="44450" y="63500"/>
                </a:moveTo>
                <a:lnTo>
                  <a:pt x="31750" y="63500"/>
                </a:lnTo>
                <a:lnTo>
                  <a:pt x="31750" y="1066800"/>
                </a:lnTo>
                <a:lnTo>
                  <a:pt x="44450" y="1066800"/>
                </a:lnTo>
                <a:lnTo>
                  <a:pt x="44450" y="63500"/>
                </a:lnTo>
                <a:close/>
              </a:path>
              <a:path w="76200" h="1066800">
                <a:moveTo>
                  <a:pt x="38100" y="0"/>
                </a:moveTo>
                <a:lnTo>
                  <a:pt x="0" y="76200"/>
                </a:lnTo>
                <a:lnTo>
                  <a:pt x="31750" y="76200"/>
                </a:lnTo>
                <a:lnTo>
                  <a:pt x="31750" y="63500"/>
                </a:lnTo>
                <a:lnTo>
                  <a:pt x="69850" y="63500"/>
                </a:lnTo>
                <a:lnTo>
                  <a:pt x="38100" y="0"/>
                </a:lnTo>
                <a:close/>
              </a:path>
              <a:path w="76200" h="1066800">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35" name="object 29">
            <a:extLst>
              <a:ext uri="{FF2B5EF4-FFF2-40B4-BE49-F238E27FC236}">
                <a16:creationId xmlns:a16="http://schemas.microsoft.com/office/drawing/2014/main" id="{DCA62958-F301-13CB-C5B8-A546D203E9AE}"/>
              </a:ext>
            </a:extLst>
          </p:cNvPr>
          <p:cNvSpPr txBox="1"/>
          <p:nvPr/>
        </p:nvSpPr>
        <p:spPr>
          <a:xfrm>
            <a:off x="7536101" y="3926756"/>
            <a:ext cx="1367791" cy="430887"/>
          </a:xfrm>
          <a:prstGeom prst="rect">
            <a:avLst/>
          </a:prstGeom>
        </p:spPr>
        <p:txBody>
          <a:bodyPr vert="horz" wrap="square" lIns="0" tIns="0" rIns="0" bIns="0" rtlCol="0">
            <a:spAutoFit/>
          </a:bodyPr>
          <a:lstStyle>
            <a:defPPr>
              <a:defRPr lang="en-US"/>
            </a:defPPr>
            <a:lvl1pPr marL="12700">
              <a:lnSpc>
                <a:spcPct val="100000"/>
              </a:lnSpc>
              <a:defRPr sz="1300"/>
            </a:lvl1pPr>
          </a:lstStyle>
          <a:p>
            <a:r>
              <a:rPr sz="1400" dirty="0">
                <a:latin typeface="Arial" panose="020B0604020202020204" pitchFamily="34" charset="0"/>
                <a:cs typeface="Arial" panose="020B0604020202020204" pitchFamily="34" charset="0"/>
              </a:rPr>
              <a:t>update()  saveOrUpdate()</a:t>
            </a:r>
          </a:p>
        </p:txBody>
      </p:sp>
      <p:sp>
        <p:nvSpPr>
          <p:cNvPr id="36" name="object 30">
            <a:extLst>
              <a:ext uri="{FF2B5EF4-FFF2-40B4-BE49-F238E27FC236}">
                <a16:creationId xmlns:a16="http://schemas.microsoft.com/office/drawing/2014/main" id="{5BC25238-E0C4-62DB-DF02-D6DF5367A511}"/>
              </a:ext>
            </a:extLst>
          </p:cNvPr>
          <p:cNvSpPr txBox="1"/>
          <p:nvPr/>
        </p:nvSpPr>
        <p:spPr>
          <a:xfrm>
            <a:off x="6293281" y="4002956"/>
            <a:ext cx="609217" cy="215444"/>
          </a:xfrm>
          <a:prstGeom prst="rect">
            <a:avLst/>
          </a:prstGeom>
        </p:spPr>
        <p:txBody>
          <a:bodyPr vert="horz" wrap="square" lIns="0" tIns="0" rIns="0" bIns="0" rtlCol="0">
            <a:spAutoFit/>
          </a:bodyPr>
          <a:lstStyle>
            <a:defPPr>
              <a:defRPr lang="en-US"/>
            </a:defPPr>
            <a:lvl1pPr marL="12700">
              <a:lnSpc>
                <a:spcPct val="100000"/>
              </a:lnSpc>
              <a:defRPr sz="1300"/>
            </a:lvl1pPr>
          </a:lstStyle>
          <a:p>
            <a:r>
              <a:rPr sz="1400" dirty="0">
                <a:latin typeface="Arial" panose="020B0604020202020204" pitchFamily="34" charset="0"/>
                <a:cs typeface="Arial" panose="020B0604020202020204" pitchFamily="34" charset="0"/>
              </a:rPr>
              <a:t>close()</a:t>
            </a:r>
          </a:p>
        </p:txBody>
      </p:sp>
      <p:sp>
        <p:nvSpPr>
          <p:cNvPr id="37" name="object 31">
            <a:extLst>
              <a:ext uri="{FF2B5EF4-FFF2-40B4-BE49-F238E27FC236}">
                <a16:creationId xmlns:a16="http://schemas.microsoft.com/office/drawing/2014/main" id="{B0C530E7-9550-85DF-FEA2-7198486D3D01}"/>
              </a:ext>
            </a:extLst>
          </p:cNvPr>
          <p:cNvSpPr txBox="1"/>
          <p:nvPr/>
        </p:nvSpPr>
        <p:spPr>
          <a:xfrm>
            <a:off x="1183307" y="4407958"/>
            <a:ext cx="3810000" cy="1333057"/>
          </a:xfrm>
          <a:prstGeom prst="rect">
            <a:avLst/>
          </a:prstGeom>
          <a:solidFill>
            <a:srgbClr val="A7E8FF"/>
          </a:solidFill>
        </p:spPr>
        <p:txBody>
          <a:bodyPr vert="horz" wrap="square" lIns="0" tIns="40005" rIns="0" bIns="0" rtlCol="0">
            <a:spAutoFit/>
          </a:bodyPr>
          <a:lstStyle/>
          <a:p>
            <a:pPr marL="91440" marR="278765" algn="just">
              <a:lnSpc>
                <a:spcPct val="100000"/>
              </a:lnSpc>
              <a:spcBef>
                <a:spcPts val="315"/>
              </a:spcBef>
              <a:buChar char="•"/>
              <a:tabLst>
                <a:tab pos="187960" algn="l"/>
              </a:tabLst>
            </a:pPr>
            <a:r>
              <a:rPr sz="1400" dirty="0">
                <a:latin typeface="Arial" panose="020B0604020202020204" pitchFamily="34" charset="0"/>
                <a:cs typeface="Arial" panose="020B0604020202020204" pitchFamily="34" charset="0"/>
              </a:rPr>
              <a:t>A detached instance is an object that has been  persistent, but its Session has been closed</a:t>
            </a:r>
          </a:p>
          <a:p>
            <a:pPr marL="182880" indent="-91440" algn="just">
              <a:lnSpc>
                <a:spcPct val="100000"/>
              </a:lnSpc>
              <a:buChar char="•"/>
              <a:tabLst>
                <a:tab pos="182880" algn="l"/>
              </a:tabLst>
            </a:pPr>
            <a:r>
              <a:rPr sz="1400" dirty="0">
                <a:latin typeface="Arial" panose="020B0604020202020204" pitchFamily="34" charset="0"/>
                <a:cs typeface="Arial" panose="020B0604020202020204" pitchFamily="34" charset="0"/>
              </a:rPr>
              <a:t>The state of detached objects is not guaranteed</a:t>
            </a:r>
            <a:r>
              <a:rPr lang="en-US" sz="1400" dirty="0">
                <a:latin typeface="Arial" panose="020B0604020202020204" pitchFamily="34" charset="0"/>
                <a:cs typeface="Arial" panose="020B0604020202020204" pitchFamily="34" charset="0"/>
              </a:rPr>
              <a:t> </a:t>
            </a:r>
            <a:r>
              <a:rPr sz="1400" dirty="0">
                <a:latin typeface="Arial" panose="020B0604020202020204" pitchFamily="34" charset="0"/>
                <a:cs typeface="Arial" panose="020B0604020202020204" pitchFamily="34" charset="0"/>
              </a:rPr>
              <a:t>to be synchronized with database state</a:t>
            </a:r>
          </a:p>
        </p:txBody>
      </p:sp>
      <p:sp>
        <p:nvSpPr>
          <p:cNvPr id="38" name="object 32">
            <a:extLst>
              <a:ext uri="{FF2B5EF4-FFF2-40B4-BE49-F238E27FC236}">
                <a16:creationId xmlns:a16="http://schemas.microsoft.com/office/drawing/2014/main" id="{D50CABC4-685F-43A0-7D5D-68E0BA2FA8EE}"/>
              </a:ext>
            </a:extLst>
          </p:cNvPr>
          <p:cNvSpPr/>
          <p:nvPr/>
        </p:nvSpPr>
        <p:spPr>
          <a:xfrm>
            <a:off x="5246292" y="1674920"/>
            <a:ext cx="457200" cy="457200"/>
          </a:xfrm>
          <a:custGeom>
            <a:avLst/>
            <a:gdLst/>
            <a:ahLst/>
            <a:cxnLst/>
            <a:rect l="l" t="t" r="r" b="b"/>
            <a:pathLst>
              <a:path w="457200" h="457200">
                <a:moveTo>
                  <a:pt x="228600" y="0"/>
                </a:moveTo>
                <a:lnTo>
                  <a:pt x="182533" y="4644"/>
                </a:lnTo>
                <a:lnTo>
                  <a:pt x="139624" y="17966"/>
                </a:lnTo>
                <a:lnTo>
                  <a:pt x="100793" y="39045"/>
                </a:lnTo>
                <a:lnTo>
                  <a:pt x="66960" y="66960"/>
                </a:lnTo>
                <a:lnTo>
                  <a:pt x="39045" y="100793"/>
                </a:lnTo>
                <a:lnTo>
                  <a:pt x="17966" y="139624"/>
                </a:lnTo>
                <a:lnTo>
                  <a:pt x="4644" y="182533"/>
                </a:lnTo>
                <a:lnTo>
                  <a:pt x="0" y="228600"/>
                </a:lnTo>
                <a:lnTo>
                  <a:pt x="4644" y="274666"/>
                </a:lnTo>
                <a:lnTo>
                  <a:pt x="17966" y="317575"/>
                </a:lnTo>
                <a:lnTo>
                  <a:pt x="39045" y="356406"/>
                </a:lnTo>
                <a:lnTo>
                  <a:pt x="66960" y="390239"/>
                </a:lnTo>
                <a:lnTo>
                  <a:pt x="100793" y="418154"/>
                </a:lnTo>
                <a:lnTo>
                  <a:pt x="139624" y="439233"/>
                </a:lnTo>
                <a:lnTo>
                  <a:pt x="182533" y="452555"/>
                </a:lnTo>
                <a:lnTo>
                  <a:pt x="228600" y="457200"/>
                </a:lnTo>
                <a:lnTo>
                  <a:pt x="274666" y="452555"/>
                </a:lnTo>
                <a:lnTo>
                  <a:pt x="317575" y="439233"/>
                </a:lnTo>
                <a:lnTo>
                  <a:pt x="356406" y="418154"/>
                </a:lnTo>
                <a:lnTo>
                  <a:pt x="390239" y="390239"/>
                </a:lnTo>
                <a:lnTo>
                  <a:pt x="418154" y="356406"/>
                </a:lnTo>
                <a:lnTo>
                  <a:pt x="439233" y="317575"/>
                </a:lnTo>
                <a:lnTo>
                  <a:pt x="452555" y="274666"/>
                </a:lnTo>
                <a:lnTo>
                  <a:pt x="457200" y="228600"/>
                </a:lnTo>
                <a:lnTo>
                  <a:pt x="452555" y="182533"/>
                </a:lnTo>
                <a:lnTo>
                  <a:pt x="439233" y="139624"/>
                </a:lnTo>
                <a:lnTo>
                  <a:pt x="418154" y="100793"/>
                </a:lnTo>
                <a:lnTo>
                  <a:pt x="390239" y="66960"/>
                </a:lnTo>
                <a:lnTo>
                  <a:pt x="356406" y="39045"/>
                </a:lnTo>
                <a:lnTo>
                  <a:pt x="317575" y="17966"/>
                </a:lnTo>
                <a:lnTo>
                  <a:pt x="274666" y="4644"/>
                </a:lnTo>
                <a:lnTo>
                  <a:pt x="228600" y="0"/>
                </a:lnTo>
                <a:close/>
              </a:path>
            </a:pathLst>
          </a:custGeom>
          <a:solidFill>
            <a:srgbClr val="FFCC00"/>
          </a:solidFill>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39" name="object 33">
            <a:extLst>
              <a:ext uri="{FF2B5EF4-FFF2-40B4-BE49-F238E27FC236}">
                <a16:creationId xmlns:a16="http://schemas.microsoft.com/office/drawing/2014/main" id="{B33DA1BD-F298-FE45-89A2-CEDBFCB22DCD}"/>
              </a:ext>
            </a:extLst>
          </p:cNvPr>
          <p:cNvSpPr/>
          <p:nvPr/>
        </p:nvSpPr>
        <p:spPr>
          <a:xfrm>
            <a:off x="5246292" y="1674920"/>
            <a:ext cx="457200" cy="457200"/>
          </a:xfrm>
          <a:custGeom>
            <a:avLst/>
            <a:gdLst/>
            <a:ahLst/>
            <a:cxnLst/>
            <a:rect l="l" t="t" r="r" b="b"/>
            <a:pathLst>
              <a:path w="457200" h="457200">
                <a:moveTo>
                  <a:pt x="0" y="228600"/>
                </a:moveTo>
                <a:lnTo>
                  <a:pt x="4644" y="182533"/>
                </a:lnTo>
                <a:lnTo>
                  <a:pt x="17966" y="139624"/>
                </a:lnTo>
                <a:lnTo>
                  <a:pt x="39045" y="100793"/>
                </a:lnTo>
                <a:lnTo>
                  <a:pt x="66960" y="66960"/>
                </a:lnTo>
                <a:lnTo>
                  <a:pt x="100793" y="39045"/>
                </a:lnTo>
                <a:lnTo>
                  <a:pt x="139624" y="17966"/>
                </a:lnTo>
                <a:lnTo>
                  <a:pt x="182533" y="4644"/>
                </a:lnTo>
                <a:lnTo>
                  <a:pt x="228600" y="0"/>
                </a:lnTo>
                <a:lnTo>
                  <a:pt x="274666" y="4644"/>
                </a:lnTo>
                <a:lnTo>
                  <a:pt x="317575" y="17966"/>
                </a:lnTo>
                <a:lnTo>
                  <a:pt x="356406" y="39045"/>
                </a:lnTo>
                <a:lnTo>
                  <a:pt x="390239" y="66960"/>
                </a:lnTo>
                <a:lnTo>
                  <a:pt x="418154" y="100793"/>
                </a:lnTo>
                <a:lnTo>
                  <a:pt x="439233" y="139624"/>
                </a:lnTo>
                <a:lnTo>
                  <a:pt x="452555" y="182533"/>
                </a:lnTo>
                <a:lnTo>
                  <a:pt x="457200" y="228600"/>
                </a:lnTo>
                <a:lnTo>
                  <a:pt x="452555" y="274666"/>
                </a:lnTo>
                <a:lnTo>
                  <a:pt x="439233" y="317575"/>
                </a:lnTo>
                <a:lnTo>
                  <a:pt x="418154" y="356406"/>
                </a:lnTo>
                <a:lnTo>
                  <a:pt x="390239" y="390239"/>
                </a:lnTo>
                <a:lnTo>
                  <a:pt x="356406" y="418154"/>
                </a:lnTo>
                <a:lnTo>
                  <a:pt x="317575" y="439233"/>
                </a:lnTo>
                <a:lnTo>
                  <a:pt x="274666" y="452555"/>
                </a:lnTo>
                <a:lnTo>
                  <a:pt x="228600" y="457200"/>
                </a:lnTo>
                <a:lnTo>
                  <a:pt x="182533" y="452555"/>
                </a:lnTo>
                <a:lnTo>
                  <a:pt x="139624" y="439233"/>
                </a:lnTo>
                <a:lnTo>
                  <a:pt x="100793" y="418154"/>
                </a:lnTo>
                <a:lnTo>
                  <a:pt x="66960" y="390239"/>
                </a:lnTo>
                <a:lnTo>
                  <a:pt x="39045" y="356406"/>
                </a:lnTo>
                <a:lnTo>
                  <a:pt x="17966" y="317575"/>
                </a:lnTo>
                <a:lnTo>
                  <a:pt x="4644" y="274666"/>
                </a:lnTo>
                <a:lnTo>
                  <a:pt x="0" y="228600"/>
                </a:lnTo>
                <a:close/>
              </a:path>
            </a:pathLst>
          </a:custGeom>
          <a:ln w="9144">
            <a:solidFill>
              <a:srgbClr val="000000"/>
            </a:solidFill>
          </a:ln>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40" name="object 34">
            <a:extLst>
              <a:ext uri="{FF2B5EF4-FFF2-40B4-BE49-F238E27FC236}">
                <a16:creationId xmlns:a16="http://schemas.microsoft.com/office/drawing/2014/main" id="{83E30DD4-61F0-FBDF-61E0-681835085ACE}"/>
              </a:ext>
            </a:extLst>
          </p:cNvPr>
          <p:cNvSpPr/>
          <p:nvPr/>
        </p:nvSpPr>
        <p:spPr>
          <a:xfrm>
            <a:off x="5474892" y="2132120"/>
            <a:ext cx="0" cy="1143000"/>
          </a:xfrm>
          <a:custGeom>
            <a:avLst/>
            <a:gdLst/>
            <a:ahLst/>
            <a:cxnLst/>
            <a:rect l="l" t="t" r="r" b="b"/>
            <a:pathLst>
              <a:path h="1143000">
                <a:moveTo>
                  <a:pt x="0" y="0"/>
                </a:moveTo>
                <a:lnTo>
                  <a:pt x="0" y="1143000"/>
                </a:lnTo>
              </a:path>
            </a:pathLst>
          </a:custGeom>
          <a:ln w="9144">
            <a:solidFill>
              <a:srgbClr val="000000"/>
            </a:solidFill>
          </a:ln>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41" name="object 35">
            <a:extLst>
              <a:ext uri="{FF2B5EF4-FFF2-40B4-BE49-F238E27FC236}">
                <a16:creationId xmlns:a16="http://schemas.microsoft.com/office/drawing/2014/main" id="{2A57CF39-3A9E-0C88-145C-C92FE0C74432}"/>
              </a:ext>
            </a:extLst>
          </p:cNvPr>
          <p:cNvSpPr/>
          <p:nvPr/>
        </p:nvSpPr>
        <p:spPr>
          <a:xfrm>
            <a:off x="5474892" y="3237020"/>
            <a:ext cx="914400" cy="76200"/>
          </a:xfrm>
          <a:custGeom>
            <a:avLst/>
            <a:gdLst/>
            <a:ahLst/>
            <a:cxnLst/>
            <a:rect l="l" t="t" r="r" b="b"/>
            <a:pathLst>
              <a:path w="914400" h="76200">
                <a:moveTo>
                  <a:pt x="838200" y="0"/>
                </a:moveTo>
                <a:lnTo>
                  <a:pt x="838200" y="76200"/>
                </a:lnTo>
                <a:lnTo>
                  <a:pt x="901700" y="44450"/>
                </a:lnTo>
                <a:lnTo>
                  <a:pt x="850900" y="44450"/>
                </a:lnTo>
                <a:lnTo>
                  <a:pt x="850900" y="31750"/>
                </a:lnTo>
                <a:lnTo>
                  <a:pt x="901700" y="31750"/>
                </a:lnTo>
                <a:lnTo>
                  <a:pt x="838200" y="0"/>
                </a:lnTo>
                <a:close/>
              </a:path>
              <a:path w="914400" h="76200">
                <a:moveTo>
                  <a:pt x="838200" y="31750"/>
                </a:moveTo>
                <a:lnTo>
                  <a:pt x="0" y="31750"/>
                </a:lnTo>
                <a:lnTo>
                  <a:pt x="0" y="44450"/>
                </a:lnTo>
                <a:lnTo>
                  <a:pt x="838200" y="44450"/>
                </a:lnTo>
                <a:lnTo>
                  <a:pt x="838200" y="31750"/>
                </a:lnTo>
                <a:close/>
              </a:path>
              <a:path w="914400" h="76200">
                <a:moveTo>
                  <a:pt x="901700" y="31750"/>
                </a:moveTo>
                <a:lnTo>
                  <a:pt x="850900" y="31750"/>
                </a:lnTo>
                <a:lnTo>
                  <a:pt x="850900" y="44450"/>
                </a:lnTo>
                <a:lnTo>
                  <a:pt x="901700" y="44450"/>
                </a:lnTo>
                <a:lnTo>
                  <a:pt x="914400" y="38100"/>
                </a:lnTo>
                <a:lnTo>
                  <a:pt x="901700" y="31750"/>
                </a:lnTo>
                <a:close/>
              </a:path>
            </a:pathLst>
          </a:custGeom>
          <a:solidFill>
            <a:srgbClr val="000000"/>
          </a:solidFill>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42" name="object 36">
            <a:extLst>
              <a:ext uri="{FF2B5EF4-FFF2-40B4-BE49-F238E27FC236}">
                <a16:creationId xmlns:a16="http://schemas.microsoft.com/office/drawing/2014/main" id="{AA5AED62-2AD4-0665-384A-17273A1DF114}"/>
              </a:ext>
            </a:extLst>
          </p:cNvPr>
          <p:cNvSpPr/>
          <p:nvPr/>
        </p:nvSpPr>
        <p:spPr>
          <a:xfrm>
            <a:off x="5703492" y="1865420"/>
            <a:ext cx="685800" cy="76200"/>
          </a:xfrm>
          <a:custGeom>
            <a:avLst/>
            <a:gdLst/>
            <a:ahLst/>
            <a:cxnLst/>
            <a:rect l="l" t="t" r="r" b="b"/>
            <a:pathLst>
              <a:path w="685800" h="76200">
                <a:moveTo>
                  <a:pt x="609600" y="0"/>
                </a:moveTo>
                <a:lnTo>
                  <a:pt x="609600" y="76200"/>
                </a:lnTo>
                <a:lnTo>
                  <a:pt x="673100" y="44450"/>
                </a:lnTo>
                <a:lnTo>
                  <a:pt x="622300" y="44450"/>
                </a:lnTo>
                <a:lnTo>
                  <a:pt x="622300" y="31750"/>
                </a:lnTo>
                <a:lnTo>
                  <a:pt x="673100" y="31750"/>
                </a:lnTo>
                <a:lnTo>
                  <a:pt x="609600" y="0"/>
                </a:lnTo>
                <a:close/>
              </a:path>
              <a:path w="685800" h="76200">
                <a:moveTo>
                  <a:pt x="609600" y="31750"/>
                </a:moveTo>
                <a:lnTo>
                  <a:pt x="0" y="31750"/>
                </a:lnTo>
                <a:lnTo>
                  <a:pt x="0" y="44450"/>
                </a:lnTo>
                <a:lnTo>
                  <a:pt x="609600" y="44450"/>
                </a:lnTo>
                <a:lnTo>
                  <a:pt x="609600" y="31750"/>
                </a:lnTo>
                <a:close/>
              </a:path>
              <a:path w="685800" h="76200">
                <a:moveTo>
                  <a:pt x="673100" y="31750"/>
                </a:moveTo>
                <a:lnTo>
                  <a:pt x="622300" y="31750"/>
                </a:lnTo>
                <a:lnTo>
                  <a:pt x="622300" y="44450"/>
                </a:lnTo>
                <a:lnTo>
                  <a:pt x="673100" y="44450"/>
                </a:lnTo>
                <a:lnTo>
                  <a:pt x="685800" y="38100"/>
                </a:lnTo>
                <a:lnTo>
                  <a:pt x="673100" y="31750"/>
                </a:lnTo>
                <a:close/>
              </a:path>
            </a:pathLst>
          </a:custGeom>
          <a:solidFill>
            <a:srgbClr val="000000"/>
          </a:solidFill>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43" name="object 37">
            <a:extLst>
              <a:ext uri="{FF2B5EF4-FFF2-40B4-BE49-F238E27FC236}">
                <a16:creationId xmlns:a16="http://schemas.microsoft.com/office/drawing/2014/main" id="{03F9780A-59A0-489D-5361-0BC2DBC85E56}"/>
              </a:ext>
            </a:extLst>
          </p:cNvPr>
          <p:cNvSpPr txBox="1"/>
          <p:nvPr/>
        </p:nvSpPr>
        <p:spPr>
          <a:xfrm>
            <a:off x="5908087" y="1640122"/>
            <a:ext cx="326457" cy="430887"/>
          </a:xfrm>
          <a:prstGeom prst="rect">
            <a:avLst/>
          </a:prstGeom>
        </p:spPr>
        <p:txBody>
          <a:bodyPr vert="horz" wrap="square" lIns="0" tIns="0" rIns="0" bIns="0" rtlCol="0">
            <a:spAutoFit/>
          </a:bodyPr>
          <a:lstStyle>
            <a:defPPr>
              <a:defRPr lang="en-US"/>
            </a:defPPr>
            <a:lvl1pPr marL="12700">
              <a:lnSpc>
                <a:spcPct val="100000"/>
              </a:lnSpc>
              <a:defRPr sz="1300"/>
            </a:lvl1pPr>
          </a:lstStyle>
          <a:p>
            <a:r>
              <a:rPr sz="1400" dirty="0">
                <a:latin typeface="Arial" panose="020B0604020202020204" pitchFamily="34" charset="0"/>
                <a:cs typeface="Arial" panose="020B0604020202020204" pitchFamily="34" charset="0"/>
              </a:rPr>
              <a:t>new</a:t>
            </a:r>
          </a:p>
        </p:txBody>
      </p:sp>
      <p:sp>
        <p:nvSpPr>
          <p:cNvPr id="44" name="object 38">
            <a:extLst>
              <a:ext uri="{FF2B5EF4-FFF2-40B4-BE49-F238E27FC236}">
                <a16:creationId xmlns:a16="http://schemas.microsoft.com/office/drawing/2014/main" id="{490CEA56-8156-6559-BBDB-5BE01EFF883D}"/>
              </a:ext>
            </a:extLst>
          </p:cNvPr>
          <p:cNvSpPr txBox="1"/>
          <p:nvPr/>
        </p:nvSpPr>
        <p:spPr>
          <a:xfrm>
            <a:off x="4885103" y="2402503"/>
            <a:ext cx="552324" cy="646331"/>
          </a:xfrm>
          <a:prstGeom prst="rect">
            <a:avLst/>
          </a:prstGeom>
        </p:spPr>
        <p:txBody>
          <a:bodyPr vert="horz" wrap="square" lIns="0" tIns="0" rIns="0" bIns="0" rtlCol="0">
            <a:spAutoFit/>
          </a:bodyPr>
          <a:lstStyle/>
          <a:p>
            <a:pPr marL="12700">
              <a:lnSpc>
                <a:spcPct val="100000"/>
              </a:lnSpc>
            </a:pPr>
            <a:r>
              <a:rPr sz="1400" dirty="0">
                <a:latin typeface="Arial" panose="020B0604020202020204" pitchFamily="34" charset="0"/>
                <a:cs typeface="Arial" panose="020B0604020202020204" pitchFamily="34" charset="0"/>
              </a:rPr>
              <a:t>get()</a:t>
            </a:r>
          </a:p>
          <a:p>
            <a:pPr marL="12700">
              <a:lnSpc>
                <a:spcPct val="100000"/>
              </a:lnSpc>
            </a:pPr>
            <a:r>
              <a:rPr sz="1400" dirty="0">
                <a:latin typeface="Arial" panose="020B0604020202020204" pitchFamily="34" charset="0"/>
                <a:cs typeface="Arial" panose="020B0604020202020204" pitchFamily="34" charset="0"/>
              </a:rPr>
              <a:t>load()</a:t>
            </a:r>
          </a:p>
          <a:p>
            <a:pPr marL="12700">
              <a:lnSpc>
                <a:spcPct val="100000"/>
              </a:lnSpc>
            </a:pPr>
            <a:r>
              <a:rPr sz="1400" dirty="0">
                <a:latin typeface="Arial" panose="020B0604020202020204" pitchFamily="34" charset="0"/>
                <a:cs typeface="Arial" panose="020B0604020202020204" pitchFamily="34" charset="0"/>
              </a:rPr>
              <a:t>find()</a:t>
            </a:r>
          </a:p>
        </p:txBody>
      </p:sp>
      <p:sp>
        <p:nvSpPr>
          <p:cNvPr id="45" name="object 39">
            <a:extLst>
              <a:ext uri="{FF2B5EF4-FFF2-40B4-BE49-F238E27FC236}">
                <a16:creationId xmlns:a16="http://schemas.microsoft.com/office/drawing/2014/main" id="{FD5A3B31-0F1B-5555-BEC5-C6E7B6C0A428}"/>
              </a:ext>
            </a:extLst>
          </p:cNvPr>
          <p:cNvSpPr/>
          <p:nvPr/>
        </p:nvSpPr>
        <p:spPr>
          <a:xfrm>
            <a:off x="7417992" y="2132120"/>
            <a:ext cx="76200" cy="914400"/>
          </a:xfrm>
          <a:custGeom>
            <a:avLst/>
            <a:gdLst/>
            <a:ahLst/>
            <a:cxnLst/>
            <a:rect l="l" t="t" r="r" b="b"/>
            <a:pathLst>
              <a:path w="76200" h="914400">
                <a:moveTo>
                  <a:pt x="44450" y="63500"/>
                </a:moveTo>
                <a:lnTo>
                  <a:pt x="31750" y="63500"/>
                </a:lnTo>
                <a:lnTo>
                  <a:pt x="31750" y="914400"/>
                </a:lnTo>
                <a:lnTo>
                  <a:pt x="44450" y="914400"/>
                </a:lnTo>
                <a:lnTo>
                  <a:pt x="44450" y="63500"/>
                </a:lnTo>
                <a:close/>
              </a:path>
              <a:path w="76200" h="914400">
                <a:moveTo>
                  <a:pt x="38100" y="0"/>
                </a:moveTo>
                <a:lnTo>
                  <a:pt x="0" y="76200"/>
                </a:lnTo>
                <a:lnTo>
                  <a:pt x="31750" y="76200"/>
                </a:lnTo>
                <a:lnTo>
                  <a:pt x="31750" y="63500"/>
                </a:lnTo>
                <a:lnTo>
                  <a:pt x="69850" y="63500"/>
                </a:lnTo>
                <a:lnTo>
                  <a:pt x="38100" y="0"/>
                </a:lnTo>
                <a:close/>
              </a:path>
              <a:path w="76200" h="914400">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sz="1400">
              <a:latin typeface="Arial" panose="020B0604020202020204" pitchFamily="34" charset="0"/>
              <a:cs typeface="Arial" panose="020B0604020202020204" pitchFamily="34" charset="0"/>
            </a:endParaRPr>
          </a:p>
        </p:txBody>
      </p:sp>
      <p:sp>
        <p:nvSpPr>
          <p:cNvPr id="46" name="object 40">
            <a:extLst>
              <a:ext uri="{FF2B5EF4-FFF2-40B4-BE49-F238E27FC236}">
                <a16:creationId xmlns:a16="http://schemas.microsoft.com/office/drawing/2014/main" id="{E83A900A-4888-CA0F-F570-A9A6904ED4A2}"/>
              </a:ext>
            </a:extLst>
          </p:cNvPr>
          <p:cNvSpPr txBox="1"/>
          <p:nvPr/>
        </p:nvSpPr>
        <p:spPr>
          <a:xfrm>
            <a:off x="7519845" y="2478704"/>
            <a:ext cx="612977" cy="215444"/>
          </a:xfrm>
          <a:prstGeom prst="rect">
            <a:avLst/>
          </a:prstGeom>
        </p:spPr>
        <p:txBody>
          <a:bodyPr vert="horz" wrap="square" lIns="0" tIns="0" rIns="0" bIns="0" rtlCol="0">
            <a:spAutoFit/>
          </a:bodyPr>
          <a:lstStyle>
            <a:defPPr>
              <a:defRPr lang="en-US"/>
            </a:defPPr>
            <a:lvl1pPr marL="12700">
              <a:lnSpc>
                <a:spcPct val="100000"/>
              </a:lnSpc>
              <a:defRPr sz="1300"/>
            </a:lvl1pPr>
          </a:lstStyle>
          <a:p>
            <a:r>
              <a:rPr sz="1400" dirty="0">
                <a:latin typeface="Arial" panose="020B0604020202020204" pitchFamily="34" charset="0"/>
                <a:cs typeface="Arial" panose="020B0604020202020204" pitchFamily="34" charset="0"/>
              </a:rPr>
              <a:t>delete()</a:t>
            </a:r>
          </a:p>
        </p:txBody>
      </p:sp>
      <p:sp>
        <p:nvSpPr>
          <p:cNvPr id="47" name="object 41">
            <a:extLst>
              <a:ext uri="{FF2B5EF4-FFF2-40B4-BE49-F238E27FC236}">
                <a16:creationId xmlns:a16="http://schemas.microsoft.com/office/drawing/2014/main" id="{80C34682-F707-DA32-153C-A6C66658F728}"/>
              </a:ext>
            </a:extLst>
          </p:cNvPr>
          <p:cNvSpPr txBox="1"/>
          <p:nvPr/>
        </p:nvSpPr>
        <p:spPr>
          <a:xfrm>
            <a:off x="6087920" y="5370366"/>
            <a:ext cx="3326129" cy="430887"/>
          </a:xfrm>
          <a:prstGeom prst="rect">
            <a:avLst/>
          </a:prstGeom>
        </p:spPr>
        <p:txBody>
          <a:bodyPr vert="horz" wrap="square" lIns="0" tIns="0" rIns="0" bIns="0" rtlCol="0">
            <a:spAutoFit/>
          </a:bodyPr>
          <a:lstStyle/>
          <a:p>
            <a:pPr marL="12700">
              <a:lnSpc>
                <a:spcPct val="100000"/>
              </a:lnSpc>
            </a:pPr>
            <a:r>
              <a:rPr sz="1400" spc="-5" dirty="0">
                <a:latin typeface="Arial" panose="020B0604020202020204" pitchFamily="34" charset="0"/>
                <a:cs typeface="Arial" panose="020B0604020202020204" pitchFamily="34" charset="0"/>
              </a:rPr>
              <a:t>States of an object and </a:t>
            </a:r>
            <a:r>
              <a:rPr sz="1400" spc="-10" dirty="0">
                <a:latin typeface="Arial" panose="020B0604020202020204" pitchFamily="34" charset="0"/>
                <a:cs typeface="Arial" panose="020B0604020202020204" pitchFamily="34" charset="0"/>
              </a:rPr>
              <a:t>transitions </a:t>
            </a:r>
            <a:r>
              <a:rPr sz="1400" dirty="0">
                <a:latin typeface="Arial" panose="020B0604020202020204" pitchFamily="34" charset="0"/>
                <a:cs typeface="Arial" panose="020B0604020202020204" pitchFamily="34" charset="0"/>
              </a:rPr>
              <a:t>in</a:t>
            </a:r>
            <a:r>
              <a:rPr sz="1400" spc="75" dirty="0">
                <a:latin typeface="Arial" panose="020B0604020202020204" pitchFamily="34" charset="0"/>
                <a:cs typeface="Arial" panose="020B0604020202020204" pitchFamily="34" charset="0"/>
              </a:rPr>
              <a:t> </a:t>
            </a:r>
            <a:r>
              <a:rPr sz="1400" dirty="0">
                <a:latin typeface="Arial" panose="020B0604020202020204" pitchFamily="34" charset="0"/>
                <a:cs typeface="Arial" panose="020B0604020202020204" pitchFamily="34" charset="0"/>
              </a:rPr>
              <a:t>a</a:t>
            </a:r>
            <a:endParaRPr sz="1400">
              <a:latin typeface="Arial" panose="020B0604020202020204" pitchFamily="34" charset="0"/>
              <a:cs typeface="Arial" panose="020B0604020202020204" pitchFamily="34" charset="0"/>
            </a:endParaRPr>
          </a:p>
          <a:p>
            <a:pPr marL="12700">
              <a:lnSpc>
                <a:spcPct val="100000"/>
              </a:lnSpc>
            </a:pPr>
            <a:r>
              <a:rPr sz="1400" spc="-5" dirty="0">
                <a:latin typeface="Arial" panose="020B0604020202020204" pitchFamily="34" charset="0"/>
                <a:cs typeface="Arial" panose="020B0604020202020204" pitchFamily="34" charset="0"/>
              </a:rPr>
              <a:t>Hibernate</a:t>
            </a:r>
            <a:r>
              <a:rPr sz="1400" spc="-185" dirty="0">
                <a:latin typeface="Arial" panose="020B0604020202020204" pitchFamily="34" charset="0"/>
                <a:cs typeface="Arial" panose="020B0604020202020204" pitchFamily="34" charset="0"/>
              </a:rPr>
              <a:t> </a:t>
            </a:r>
            <a:r>
              <a:rPr sz="1400" spc="-5" dirty="0">
                <a:latin typeface="Arial" panose="020B0604020202020204" pitchFamily="34" charset="0"/>
                <a:cs typeface="Arial" panose="020B0604020202020204" pitchFamily="34" charset="0"/>
              </a:rPr>
              <a:t>Application</a:t>
            </a:r>
            <a:endParaRPr sz="1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2567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27858"/>
            <a:ext cx="10576065" cy="5297972"/>
          </a:xfrm>
        </p:spPr>
        <p:txBody>
          <a:bodyPr/>
          <a:lstStyle/>
          <a:p>
            <a:pPr marL="274320" indent="-274320" algn="just">
              <a:lnSpc>
                <a:spcPct val="150000"/>
              </a:lnSpc>
              <a:buChar char="•"/>
            </a:pPr>
            <a:r>
              <a:rPr lang="en-US" sz="1800" b="0" dirty="0"/>
              <a:t>Hibernate considers newly instantiated instances of a persistent class as transient</a:t>
            </a:r>
          </a:p>
          <a:p>
            <a:pPr marL="274320" indent="-274320" algn="just">
              <a:lnSpc>
                <a:spcPct val="150000"/>
              </a:lnSpc>
              <a:buChar char="•"/>
            </a:pPr>
            <a:r>
              <a:rPr lang="en-US" sz="1800" b="0" dirty="0"/>
              <a:t>A transient instance can be made persistent by associating it with a  session and calling save() method</a:t>
            </a:r>
          </a:p>
          <a:p>
            <a:pPr marL="274320" indent="-274320" algn="just">
              <a:lnSpc>
                <a:spcPct val="150000"/>
              </a:lnSpc>
              <a:buChar char="•"/>
            </a:pPr>
            <a:r>
              <a:rPr lang="en-US" sz="1800" b="0" dirty="0"/>
              <a:t>Hibernate provides save() method to persist object to the database</a:t>
            </a:r>
          </a:p>
          <a:p>
            <a:pPr marL="274320" indent="-274320" algn="just">
              <a:lnSpc>
                <a:spcPct val="150000"/>
              </a:lnSpc>
            </a:pPr>
            <a:r>
              <a:rPr lang="en-US" sz="1800" b="0" dirty="0"/>
              <a:t>	public Object save(Object obj);</a:t>
            </a:r>
          </a:p>
          <a:p>
            <a:pPr marL="285750" indent="-285750" algn="just">
              <a:lnSpc>
                <a:spcPct val="150000"/>
              </a:lnSpc>
              <a:buFont typeface="Arial" panose="020B0604020202020204" pitchFamily="34" charset="0"/>
              <a:buChar char="•"/>
            </a:pPr>
            <a:r>
              <a:rPr lang="en-US" sz="1800" b="0" dirty="0"/>
              <a:t>Example:</a:t>
            </a:r>
          </a:p>
          <a:p>
            <a:pPr marL="274320" indent="-274320" algn="just">
              <a:lnSpc>
                <a:spcPct val="150000"/>
              </a:lnSpc>
              <a:buChar char="•"/>
            </a:pPr>
            <a:endParaRPr lang="en-US" sz="1800" b="0" dirty="0"/>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CRUD Operations</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Making Objects Persistent</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20</a:t>
            </a:fld>
            <a:endParaRPr lang="en-US" dirty="0"/>
          </a:p>
        </p:txBody>
      </p:sp>
      <p:sp>
        <p:nvSpPr>
          <p:cNvPr id="7" name="object 4">
            <a:extLst>
              <a:ext uri="{FF2B5EF4-FFF2-40B4-BE49-F238E27FC236}">
                <a16:creationId xmlns:a16="http://schemas.microsoft.com/office/drawing/2014/main" id="{4A3F594B-5F0A-4A0A-C2D0-FBEA3F8EF0BA}"/>
              </a:ext>
            </a:extLst>
          </p:cNvPr>
          <p:cNvSpPr txBox="1"/>
          <p:nvPr/>
        </p:nvSpPr>
        <p:spPr>
          <a:xfrm>
            <a:off x="1284722" y="4253402"/>
            <a:ext cx="5056701" cy="1539524"/>
          </a:xfrm>
          <a:prstGeom prst="rect">
            <a:avLst/>
          </a:prstGeom>
          <a:solidFill>
            <a:srgbClr val="A7E8FF"/>
          </a:solidFill>
          <a:ln>
            <a:solidFill>
              <a:schemeClr val="tx1"/>
            </a:solidFill>
          </a:ln>
        </p:spPr>
        <p:txBody>
          <a:bodyPr vert="horz" wrap="square" lIns="0" tIns="38735" rIns="0" bIns="0" rtlCol="0">
            <a:spAutoFit/>
          </a:bodyPr>
          <a:lstStyle>
            <a:defPPr>
              <a:defRPr lang="en-US"/>
            </a:defPPr>
            <a:lvl1pPr marL="91440" marR="440055" algn="just">
              <a:lnSpc>
                <a:spcPct val="100000"/>
              </a:lnSpc>
              <a:spcBef>
                <a:spcPts val="305"/>
              </a:spcBef>
              <a:buChar char="•"/>
              <a:tabLst>
                <a:tab pos="187960" algn="l"/>
              </a:tabLst>
              <a:defRPr sz="1300"/>
            </a:lvl1pPr>
          </a:lstStyle>
          <a:p>
            <a:pPr>
              <a:buNone/>
            </a:pPr>
            <a:r>
              <a:rPr sz="1800" dirty="0">
                <a:latin typeface="Arial" panose="020B0604020202020204" pitchFamily="34" charset="0"/>
                <a:cs typeface="Arial" panose="020B0604020202020204" pitchFamily="34" charset="0"/>
              </a:rPr>
              <a:t>// Create a Student object and save</a:t>
            </a:r>
            <a:r>
              <a:rPr lang="en-US" sz="180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it </a:t>
            </a:r>
            <a:endParaRPr lang="en-US" sz="1800" dirty="0">
              <a:latin typeface="Arial" panose="020B0604020202020204" pitchFamily="34" charset="0"/>
              <a:cs typeface="Arial" panose="020B0604020202020204" pitchFamily="34" charset="0"/>
            </a:endParaRPr>
          </a:p>
          <a:p>
            <a:pPr>
              <a:buNone/>
            </a:pPr>
            <a:r>
              <a:rPr lang="en-US" sz="1800" dirty="0">
                <a:latin typeface="Arial" panose="020B0604020202020204" pitchFamily="34" charset="0"/>
                <a:cs typeface="Arial" panose="020B0604020202020204" pitchFamily="34" charset="0"/>
              </a:rPr>
              <a:t>Transaction </a:t>
            </a:r>
            <a:r>
              <a:rPr lang="en-US" sz="1800" dirty="0" err="1">
                <a:latin typeface="Arial" panose="020B0604020202020204" pitchFamily="34" charset="0"/>
                <a:cs typeface="Arial" panose="020B0604020202020204" pitchFamily="34" charset="0"/>
              </a:rPr>
              <a:t>tx</a:t>
            </a:r>
            <a:r>
              <a:rPr lang="en-US" sz="1800" dirty="0">
                <a:latin typeface="Arial" panose="020B0604020202020204" pitchFamily="34" charset="0"/>
                <a:cs typeface="Arial" panose="020B0604020202020204" pitchFamily="34" charset="0"/>
              </a:rPr>
              <a:t> = s</a:t>
            </a:r>
            <a:r>
              <a:rPr lang="az-Cyrl-AZ" sz="1800" dirty="0">
                <a:latin typeface="Arial" panose="020B0604020202020204" pitchFamily="34" charset="0"/>
                <a:cs typeface="Arial" panose="020B0604020202020204" pitchFamily="34" charset="0"/>
              </a:rPr>
              <a:t>е</a:t>
            </a:r>
            <a:r>
              <a:rPr lang="en-US" sz="1800" dirty="0" err="1">
                <a:latin typeface="Arial" panose="020B0604020202020204" pitchFamily="34" charset="0"/>
                <a:cs typeface="Arial" panose="020B0604020202020204" pitchFamily="34" charset="0"/>
              </a:rPr>
              <a:t>ssion.b</a:t>
            </a:r>
            <a:r>
              <a:rPr lang="az-Cyrl-AZ" sz="1800" dirty="0">
                <a:latin typeface="Arial" panose="020B0604020202020204" pitchFamily="34" charset="0"/>
                <a:cs typeface="Arial" panose="020B0604020202020204" pitchFamily="34" charset="0"/>
              </a:rPr>
              <a:t>е</a:t>
            </a:r>
            <a:r>
              <a:rPr lang="en-US" sz="1800" dirty="0" err="1">
                <a:latin typeface="Arial" panose="020B0604020202020204" pitchFamily="34" charset="0"/>
                <a:cs typeface="Arial" panose="020B0604020202020204" pitchFamily="34" charset="0"/>
              </a:rPr>
              <a:t>ginTransaction</a:t>
            </a:r>
            <a:r>
              <a:rPr lang="en-US" sz="1800" dirty="0">
                <a:latin typeface="Arial" panose="020B0604020202020204" pitchFamily="34" charset="0"/>
                <a:cs typeface="Arial" panose="020B0604020202020204" pitchFamily="34" charset="0"/>
              </a:rPr>
              <a:t>();</a:t>
            </a:r>
          </a:p>
          <a:p>
            <a:pPr>
              <a:buNone/>
            </a:pPr>
            <a:r>
              <a:rPr sz="1800" dirty="0">
                <a:latin typeface="Arial" panose="020B0604020202020204" pitchFamily="34" charset="0"/>
                <a:cs typeface="Arial" panose="020B0604020202020204" pitchFamily="34" charset="0"/>
              </a:rPr>
              <a:t> </a:t>
            </a:r>
            <a:endParaRPr lang="en-US" sz="1800" dirty="0">
              <a:latin typeface="Arial" panose="020B0604020202020204" pitchFamily="34" charset="0"/>
              <a:cs typeface="Arial" panose="020B0604020202020204" pitchFamily="34" charset="0"/>
            </a:endParaRPr>
          </a:p>
          <a:p>
            <a:pPr>
              <a:buNone/>
            </a:pPr>
            <a:r>
              <a:rPr lang="en-US" sz="1800" dirty="0">
                <a:latin typeface="Arial" panose="020B0604020202020204" pitchFamily="34" charset="0"/>
                <a:cs typeface="Arial" panose="020B0604020202020204" pitchFamily="34" charset="0"/>
              </a:rPr>
              <a:t>Student s1 = new Student();  s1.setName(“Krishna");  </a:t>
            </a:r>
            <a:r>
              <a:rPr lang="en-US" sz="1800" dirty="0" err="1">
                <a:latin typeface="Arial" panose="020B0604020202020204" pitchFamily="34" charset="0"/>
                <a:cs typeface="Arial" panose="020B0604020202020204" pitchFamily="34" charset="0"/>
              </a:rPr>
              <a:t>session.save</a:t>
            </a:r>
            <a:r>
              <a:rPr lang="en-US" sz="1800" dirty="0">
                <a:latin typeface="Arial" panose="020B0604020202020204" pitchFamily="34" charset="0"/>
                <a:cs typeface="Arial" panose="020B0604020202020204" pitchFamily="34" charset="0"/>
              </a:rPr>
              <a:t>(s1);</a:t>
            </a:r>
          </a:p>
        </p:txBody>
      </p:sp>
      <p:sp>
        <p:nvSpPr>
          <p:cNvPr id="8" name="object 5">
            <a:extLst>
              <a:ext uri="{FF2B5EF4-FFF2-40B4-BE49-F238E27FC236}">
                <a16:creationId xmlns:a16="http://schemas.microsoft.com/office/drawing/2014/main" id="{8B1917F4-38B8-E700-7F09-0EA4A27E0413}"/>
              </a:ext>
            </a:extLst>
          </p:cNvPr>
          <p:cNvSpPr txBox="1"/>
          <p:nvPr/>
        </p:nvSpPr>
        <p:spPr>
          <a:xfrm>
            <a:off x="6823675" y="4771806"/>
            <a:ext cx="3969846" cy="329049"/>
          </a:xfrm>
          <a:prstGeom prst="rect">
            <a:avLst/>
          </a:prstGeom>
          <a:solidFill>
            <a:srgbClr val="FFCC00"/>
          </a:solidFill>
          <a:ln>
            <a:solidFill>
              <a:schemeClr val="tx1"/>
            </a:solidFill>
          </a:ln>
        </p:spPr>
        <p:txBody>
          <a:bodyPr wrap="square" lIns="0" tIns="0" rIns="0" bIns="0" rtlCol="0"/>
          <a:lstStyle>
            <a:defPPr>
              <a:defRPr lang="en-US"/>
            </a:defPPr>
            <a:lvl1pPr marL="91440" marR="440055" algn="just">
              <a:lnSpc>
                <a:spcPct val="100000"/>
              </a:lnSpc>
              <a:spcBef>
                <a:spcPts val="305"/>
              </a:spcBef>
              <a:buChar char="•"/>
              <a:tabLst>
                <a:tab pos="187960" algn="l"/>
              </a:tabLst>
              <a:defRPr sz="1300"/>
            </a:lvl1pPr>
          </a:lstStyle>
          <a:p>
            <a:pPr>
              <a:buNone/>
            </a:pPr>
            <a:r>
              <a:rPr sz="1800" dirty="0">
                <a:latin typeface="Arial" panose="020B0604020202020204" pitchFamily="34" charset="0"/>
                <a:cs typeface="Arial" panose="020B0604020202020204" pitchFamily="34" charset="0"/>
              </a:rPr>
              <a:t>Make a transient object persistent</a:t>
            </a:r>
          </a:p>
        </p:txBody>
      </p:sp>
      <p:sp>
        <p:nvSpPr>
          <p:cNvPr id="9" name="object 6">
            <a:extLst>
              <a:ext uri="{FF2B5EF4-FFF2-40B4-BE49-F238E27FC236}">
                <a16:creationId xmlns:a16="http://schemas.microsoft.com/office/drawing/2014/main" id="{9A436F2C-5CB4-F248-02AC-D55166D42FBE}"/>
              </a:ext>
            </a:extLst>
          </p:cNvPr>
          <p:cNvSpPr/>
          <p:nvPr/>
        </p:nvSpPr>
        <p:spPr>
          <a:xfrm>
            <a:off x="6392883" y="4837930"/>
            <a:ext cx="381000" cy="76200"/>
          </a:xfrm>
          <a:custGeom>
            <a:avLst/>
            <a:gdLst/>
            <a:ahLst/>
            <a:cxnLst/>
            <a:rect l="l" t="t" r="r" b="b"/>
            <a:pathLst>
              <a:path w="381000" h="76200">
                <a:moveTo>
                  <a:pt x="76200" y="0"/>
                </a:moveTo>
                <a:lnTo>
                  <a:pt x="0" y="38100"/>
                </a:lnTo>
                <a:lnTo>
                  <a:pt x="76200" y="76200"/>
                </a:lnTo>
                <a:lnTo>
                  <a:pt x="76200" y="44450"/>
                </a:lnTo>
                <a:lnTo>
                  <a:pt x="63500" y="44450"/>
                </a:lnTo>
                <a:lnTo>
                  <a:pt x="63500" y="31750"/>
                </a:lnTo>
                <a:lnTo>
                  <a:pt x="76200" y="31750"/>
                </a:lnTo>
                <a:lnTo>
                  <a:pt x="76200" y="0"/>
                </a:lnTo>
                <a:close/>
              </a:path>
              <a:path w="381000" h="76200">
                <a:moveTo>
                  <a:pt x="76200" y="31750"/>
                </a:moveTo>
                <a:lnTo>
                  <a:pt x="63500" y="31750"/>
                </a:lnTo>
                <a:lnTo>
                  <a:pt x="63500" y="44450"/>
                </a:lnTo>
                <a:lnTo>
                  <a:pt x="76200" y="44450"/>
                </a:lnTo>
                <a:lnTo>
                  <a:pt x="76200" y="31750"/>
                </a:lnTo>
                <a:close/>
              </a:path>
              <a:path w="381000" h="76200">
                <a:moveTo>
                  <a:pt x="381000" y="31750"/>
                </a:moveTo>
                <a:lnTo>
                  <a:pt x="76200" y="31750"/>
                </a:lnTo>
                <a:lnTo>
                  <a:pt x="76200" y="44450"/>
                </a:lnTo>
                <a:lnTo>
                  <a:pt x="381000" y="44450"/>
                </a:lnTo>
                <a:lnTo>
                  <a:pt x="381000" y="31750"/>
                </a:lnTo>
                <a:close/>
              </a:path>
            </a:pathLst>
          </a:custGeom>
          <a:solidFill>
            <a:srgbClr val="000000"/>
          </a:solidFill>
          <a:ln>
            <a:solidFill>
              <a:schemeClr val="tx1"/>
            </a:solidFill>
          </a:ln>
        </p:spPr>
        <p:txBody>
          <a:bodyPr wrap="square" lIns="0" tIns="0" rIns="0" bIns="0" rtlCol="0"/>
          <a:lstStyle/>
          <a:p>
            <a:endParaRPr>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2387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75358"/>
            <a:ext cx="10576065" cy="5297972"/>
          </a:xfrm>
        </p:spPr>
        <p:txBody>
          <a:bodyPr/>
          <a:lstStyle/>
          <a:p>
            <a:pPr marL="274320" indent="-274320" algn="just">
              <a:lnSpc>
                <a:spcPct val="150000"/>
              </a:lnSpc>
              <a:buChar char="•"/>
            </a:pPr>
            <a:r>
              <a:rPr lang="en-US" sz="1800" b="0" dirty="0"/>
              <a:t>You can query the database using Session to retrieve  existing persistent objects</a:t>
            </a:r>
          </a:p>
          <a:p>
            <a:pPr marL="274320" indent="-274320" algn="just">
              <a:lnSpc>
                <a:spcPct val="150000"/>
              </a:lnSpc>
              <a:buChar char="•"/>
            </a:pPr>
            <a:r>
              <a:rPr lang="en-US" sz="1800" b="0" dirty="0"/>
              <a:t>Two special methods are provided for the simplest kind of  query: retrieval by identifier</a:t>
            </a:r>
          </a:p>
          <a:p>
            <a:pPr marL="453708" lvl="5" indent="-274320">
              <a:lnSpc>
                <a:spcPct val="150000"/>
              </a:lnSpc>
            </a:pPr>
            <a:r>
              <a:rPr lang="en-US" sz="1800" dirty="0">
                <a:solidFill>
                  <a:schemeClr val="tx1"/>
                </a:solidFill>
              </a:rPr>
              <a:t>The get() method</a:t>
            </a:r>
          </a:p>
          <a:p>
            <a:pPr marL="453708" lvl="5" indent="-274320">
              <a:lnSpc>
                <a:spcPct val="150000"/>
              </a:lnSpc>
            </a:pPr>
            <a:r>
              <a:rPr lang="en-US" sz="1800" dirty="0">
                <a:solidFill>
                  <a:schemeClr val="tx1"/>
                </a:solidFill>
              </a:rPr>
              <a:t>The load() method</a:t>
            </a:r>
          </a:p>
          <a:p>
            <a:pPr marL="274320" indent="-274320" algn="just">
              <a:lnSpc>
                <a:spcPct val="150000"/>
              </a:lnSpc>
              <a:buChar char="•"/>
            </a:pPr>
            <a:r>
              <a:rPr lang="en-US" sz="1800" b="0" dirty="0"/>
              <a:t>On</a:t>
            </a:r>
            <a:r>
              <a:rPr lang="az-Cyrl-AZ" sz="1800" b="0" dirty="0"/>
              <a:t>е </a:t>
            </a:r>
            <a:r>
              <a:rPr lang="en-US" sz="1800" b="0" dirty="0"/>
              <a:t>of the</a:t>
            </a:r>
            <a:r>
              <a:rPr lang="az-Cyrl-AZ" sz="1800" b="0" dirty="0"/>
              <a:t> </a:t>
            </a:r>
            <a:r>
              <a:rPr lang="en-US" sz="1800" b="0" dirty="0"/>
              <a:t>differences between g</a:t>
            </a:r>
            <a:r>
              <a:rPr lang="az-Cyrl-AZ" sz="1800" b="0" dirty="0"/>
              <a:t>е</a:t>
            </a:r>
            <a:r>
              <a:rPr lang="en-US" sz="1800" b="0" dirty="0"/>
              <a:t>t() and load() is how  they indicate</a:t>
            </a:r>
            <a:r>
              <a:rPr lang="az-Cyrl-AZ" sz="1800" b="0" dirty="0"/>
              <a:t> </a:t>
            </a:r>
            <a:r>
              <a:rPr lang="en-US" sz="1800" b="0" dirty="0"/>
              <a:t>that the</a:t>
            </a:r>
            <a:r>
              <a:rPr lang="az-Cyrl-AZ" sz="1800" b="0" dirty="0"/>
              <a:t> </a:t>
            </a:r>
            <a:r>
              <a:rPr lang="en-US" sz="1800" b="0" dirty="0"/>
              <a:t>instance</a:t>
            </a:r>
            <a:r>
              <a:rPr lang="az-Cyrl-AZ" sz="1800" b="0" dirty="0"/>
              <a:t> </a:t>
            </a:r>
            <a:r>
              <a:rPr lang="en-US" sz="1800" b="0" dirty="0"/>
              <a:t>could not b</a:t>
            </a:r>
            <a:r>
              <a:rPr lang="az-Cyrl-AZ" sz="1800" b="0" dirty="0"/>
              <a:t>е </a:t>
            </a:r>
            <a:r>
              <a:rPr lang="en-US" sz="1800" b="0" dirty="0"/>
              <a:t>found. If no  row with the</a:t>
            </a:r>
            <a:r>
              <a:rPr lang="az-Cyrl-AZ" sz="1800" b="0" dirty="0"/>
              <a:t> </a:t>
            </a:r>
            <a:r>
              <a:rPr lang="en-US" sz="1800" b="0" dirty="0"/>
              <a:t>given identifier value</a:t>
            </a:r>
            <a:r>
              <a:rPr lang="az-Cyrl-AZ" sz="1800" b="0" dirty="0"/>
              <a:t> </a:t>
            </a:r>
            <a:r>
              <a:rPr lang="en-US" sz="1800" b="0" dirty="0"/>
              <a:t>exists in the</a:t>
            </a:r>
            <a:r>
              <a:rPr lang="az-Cyrl-AZ" sz="1800" b="0" dirty="0"/>
              <a:t> </a:t>
            </a:r>
            <a:r>
              <a:rPr lang="en-US" sz="1800" b="0" dirty="0"/>
              <a:t>database</a:t>
            </a:r>
            <a:r>
              <a:rPr lang="az-Cyrl-AZ" sz="1800" b="0" dirty="0"/>
              <a:t>,  </a:t>
            </a:r>
            <a:r>
              <a:rPr lang="en-US" sz="1800" b="0" dirty="0"/>
              <a:t>g</a:t>
            </a:r>
            <a:r>
              <a:rPr lang="az-Cyrl-AZ" sz="1800" b="0" dirty="0"/>
              <a:t>е</a:t>
            </a:r>
            <a:r>
              <a:rPr lang="en-US" sz="1800" b="0" dirty="0"/>
              <a:t>t() r</a:t>
            </a:r>
            <a:r>
              <a:rPr lang="az-Cyrl-AZ" sz="1800" b="0" dirty="0"/>
              <a:t>е</a:t>
            </a:r>
            <a:r>
              <a:rPr lang="en-US" sz="1800" b="0" dirty="0"/>
              <a:t>turns null. Th</a:t>
            </a:r>
            <a:r>
              <a:rPr lang="az-Cyrl-AZ" sz="1800" b="0" dirty="0"/>
              <a:t>е </a:t>
            </a:r>
            <a:r>
              <a:rPr lang="en-US" sz="1800" b="0" dirty="0"/>
              <a:t>load() method throws an  Obj</a:t>
            </a:r>
            <a:r>
              <a:rPr lang="az-Cyrl-AZ" sz="1800" b="0" dirty="0"/>
              <a:t>е</a:t>
            </a:r>
            <a:r>
              <a:rPr lang="en-US" sz="1800" b="0" dirty="0" err="1"/>
              <a:t>ctNotFoundExc</a:t>
            </a:r>
            <a:r>
              <a:rPr lang="az-Cyrl-AZ" sz="1800" b="0" dirty="0"/>
              <a:t>е</a:t>
            </a:r>
            <a:r>
              <a:rPr lang="en-US" sz="1800" b="0" dirty="0" err="1"/>
              <a:t>ption</a:t>
            </a:r>
            <a:r>
              <a:rPr lang="en-US" sz="1800" b="0" dirty="0"/>
              <a:t>.</a:t>
            </a:r>
          </a:p>
          <a:p>
            <a:pPr marL="274320" indent="-274320" algn="just">
              <a:lnSpc>
                <a:spcPct val="150000"/>
              </a:lnSpc>
              <a:buChar char="•"/>
            </a:pPr>
            <a:endParaRPr lang="en-US" sz="1800" b="0" dirty="0"/>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CRUD Operations</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Retrieving a Persistent Object</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21</a:t>
            </a:fld>
            <a:endParaRPr lang="en-US" dirty="0"/>
          </a:p>
        </p:txBody>
      </p:sp>
      <p:sp>
        <p:nvSpPr>
          <p:cNvPr id="7" name="object 4">
            <a:extLst>
              <a:ext uri="{FF2B5EF4-FFF2-40B4-BE49-F238E27FC236}">
                <a16:creationId xmlns:a16="http://schemas.microsoft.com/office/drawing/2014/main" id="{4A3F594B-5F0A-4A0A-C2D0-FBEA3F8EF0BA}"/>
              </a:ext>
            </a:extLst>
          </p:cNvPr>
          <p:cNvSpPr txBox="1"/>
          <p:nvPr/>
        </p:nvSpPr>
        <p:spPr>
          <a:xfrm>
            <a:off x="1439097" y="4479029"/>
            <a:ext cx="7621772" cy="908582"/>
          </a:xfrm>
          <a:prstGeom prst="rect">
            <a:avLst/>
          </a:prstGeom>
          <a:solidFill>
            <a:srgbClr val="A7E8FF"/>
          </a:solidFill>
          <a:ln>
            <a:solidFill>
              <a:schemeClr val="tx1"/>
            </a:solidFill>
          </a:ln>
        </p:spPr>
        <p:txBody>
          <a:bodyPr vert="horz" wrap="square" lIns="0" tIns="38735" rIns="0" bIns="0" rtlCol="0">
            <a:spAutoFit/>
          </a:bodyPr>
          <a:lstStyle>
            <a:defPPr>
              <a:defRPr lang="en-US"/>
            </a:defPPr>
            <a:lvl1pPr marL="91440" marR="440055" algn="just">
              <a:lnSpc>
                <a:spcPct val="100000"/>
              </a:lnSpc>
              <a:spcBef>
                <a:spcPts val="305"/>
              </a:spcBef>
              <a:buChar char="•"/>
              <a:tabLst>
                <a:tab pos="187960" algn="l"/>
              </a:tabLst>
              <a:defRPr sz="1300"/>
            </a:lvl1pPr>
          </a:lstStyle>
          <a:p>
            <a:r>
              <a:rPr lang="en-US" sz="1800" dirty="0">
                <a:latin typeface="Arial" panose="020B0604020202020204" pitchFamily="34" charset="0"/>
                <a:cs typeface="Arial" panose="020B0604020202020204" pitchFamily="34" charset="0"/>
              </a:rPr>
              <a:t>//loading Student object whose id is already generated</a:t>
            </a:r>
          </a:p>
          <a:p>
            <a:r>
              <a:rPr lang="en-US" sz="1800" dirty="0">
                <a:latin typeface="Arial" panose="020B0604020202020204" pitchFamily="34" charset="0"/>
                <a:cs typeface="Arial" panose="020B0604020202020204" pitchFamily="34" charset="0"/>
              </a:rPr>
              <a:t>Student </a:t>
            </a:r>
            <a:r>
              <a:rPr lang="en-US" sz="1800" dirty="0" err="1">
                <a:latin typeface="Arial" panose="020B0604020202020204" pitchFamily="34" charset="0"/>
                <a:cs typeface="Arial" panose="020B0604020202020204" pitchFamily="34" charset="0"/>
              </a:rPr>
              <a:t>student</a:t>
            </a:r>
            <a:r>
              <a:rPr lang="en-US" sz="1800" dirty="0">
                <a:latin typeface="Arial" panose="020B0604020202020204" pitchFamily="34" charset="0"/>
                <a:cs typeface="Arial" panose="020B0604020202020204" pitchFamily="34" charset="0"/>
              </a:rPr>
              <a:t> = (Student) </a:t>
            </a:r>
            <a:r>
              <a:rPr lang="en-US" sz="1800" dirty="0" err="1">
                <a:latin typeface="Arial" panose="020B0604020202020204" pitchFamily="34" charset="0"/>
                <a:cs typeface="Arial" panose="020B0604020202020204" pitchFamily="34" charset="0"/>
              </a:rPr>
              <a:t>session.get</a:t>
            </a:r>
            <a:r>
              <a:rPr lang="en-US" sz="1800" dirty="0">
                <a:latin typeface="Arial" panose="020B0604020202020204" pitchFamily="34" charset="0"/>
                <a:cs typeface="Arial" panose="020B0604020202020204" pitchFamily="34" charset="0"/>
              </a:rPr>
              <a:t>(</a:t>
            </a:r>
            <a:r>
              <a:rPr lang="en-US" sz="1800" dirty="0" err="1">
                <a:latin typeface="Arial" panose="020B0604020202020204" pitchFamily="34" charset="0"/>
                <a:cs typeface="Arial" panose="020B0604020202020204" pitchFamily="34" charset="0"/>
              </a:rPr>
              <a:t>Student.class</a:t>
            </a:r>
            <a:r>
              <a:rPr lang="en-US" sz="1800" dirty="0">
                <a:latin typeface="Arial" panose="020B0604020202020204" pitchFamily="34" charset="0"/>
                <a:cs typeface="Arial" panose="020B0604020202020204" pitchFamily="34" charset="0"/>
              </a:rPr>
              <a:t>, s1.getId());  </a:t>
            </a:r>
            <a:r>
              <a:rPr lang="en-US" sz="1800" dirty="0" err="1">
                <a:latin typeface="Arial" panose="020B0604020202020204" pitchFamily="34" charset="0"/>
                <a:cs typeface="Arial" panose="020B0604020202020204" pitchFamily="34" charset="0"/>
              </a:rPr>
              <a:t>System.out.println</a:t>
            </a:r>
            <a:r>
              <a:rPr lang="en-US" sz="1800" dirty="0">
                <a:latin typeface="Arial" panose="020B0604020202020204" pitchFamily="34" charset="0"/>
                <a:cs typeface="Arial" panose="020B0604020202020204" pitchFamily="34" charset="0"/>
              </a:rPr>
              <a:t>("Student name = " + </a:t>
            </a:r>
            <a:r>
              <a:rPr lang="en-US" sz="1800" dirty="0" err="1">
                <a:latin typeface="Arial" panose="020B0604020202020204" pitchFamily="34" charset="0"/>
                <a:cs typeface="Arial" panose="020B0604020202020204" pitchFamily="34" charset="0"/>
              </a:rPr>
              <a:t>student.getName</a:t>
            </a:r>
            <a:r>
              <a:rPr lang="en-US" sz="1800" dirty="0">
                <a:latin typeface="Arial" panose="020B0604020202020204" pitchFamily="34" charset="0"/>
                <a:cs typeface="Arial" panose="020B0604020202020204" pitchFamily="34" charset="0"/>
              </a:rPr>
              <a:t>());</a:t>
            </a:r>
          </a:p>
        </p:txBody>
      </p:sp>
      <p:sp>
        <p:nvSpPr>
          <p:cNvPr id="10" name="object 6">
            <a:extLst>
              <a:ext uri="{FF2B5EF4-FFF2-40B4-BE49-F238E27FC236}">
                <a16:creationId xmlns:a16="http://schemas.microsoft.com/office/drawing/2014/main" id="{EC33BF95-9E90-3216-C690-8E5F57D774C2}"/>
              </a:ext>
            </a:extLst>
          </p:cNvPr>
          <p:cNvSpPr txBox="1"/>
          <p:nvPr/>
        </p:nvSpPr>
        <p:spPr>
          <a:xfrm>
            <a:off x="2422568" y="6049069"/>
            <a:ext cx="6258295" cy="363606"/>
          </a:xfrm>
          <a:prstGeom prst="rect">
            <a:avLst/>
          </a:prstGeom>
          <a:solidFill>
            <a:srgbClr val="FFCC00"/>
          </a:solidFill>
          <a:ln>
            <a:solidFill>
              <a:schemeClr val="tx1"/>
            </a:solidFill>
          </a:ln>
        </p:spPr>
        <p:txBody>
          <a:bodyPr wrap="square" lIns="0" tIns="0" rIns="0" bIns="0" rtlCol="0"/>
          <a:lstStyle>
            <a:defPPr>
              <a:defRPr lang="en-US"/>
            </a:defPPr>
            <a:lvl1pPr marL="91440" marR="440055" algn="just">
              <a:lnSpc>
                <a:spcPct val="100000"/>
              </a:lnSpc>
              <a:spcBef>
                <a:spcPts val="305"/>
              </a:spcBef>
              <a:buNone/>
              <a:tabLst>
                <a:tab pos="187960" algn="l"/>
              </a:tabLst>
              <a:defRPr sz="1500"/>
            </a:lvl1pPr>
          </a:lstStyle>
          <a:p>
            <a:r>
              <a:rPr lang="en-US" sz="180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Load an object – if unsure about matching row</a:t>
            </a:r>
          </a:p>
        </p:txBody>
      </p:sp>
      <p:sp>
        <p:nvSpPr>
          <p:cNvPr id="11" name="object 7">
            <a:extLst>
              <a:ext uri="{FF2B5EF4-FFF2-40B4-BE49-F238E27FC236}">
                <a16:creationId xmlns:a16="http://schemas.microsoft.com/office/drawing/2014/main" id="{EE21BB7D-8587-205E-F292-D0EAA192F81E}"/>
              </a:ext>
            </a:extLst>
          </p:cNvPr>
          <p:cNvSpPr/>
          <p:nvPr/>
        </p:nvSpPr>
        <p:spPr>
          <a:xfrm>
            <a:off x="5201205" y="5395633"/>
            <a:ext cx="76200" cy="645414"/>
          </a:xfrm>
          <a:custGeom>
            <a:avLst/>
            <a:gdLst/>
            <a:ahLst/>
            <a:cxnLst/>
            <a:rect l="l" t="t" r="r" b="b"/>
            <a:pathLst>
              <a:path w="76200" h="533400">
                <a:moveTo>
                  <a:pt x="44450" y="63500"/>
                </a:moveTo>
                <a:lnTo>
                  <a:pt x="31750" y="63500"/>
                </a:lnTo>
                <a:lnTo>
                  <a:pt x="31750" y="533400"/>
                </a:lnTo>
                <a:lnTo>
                  <a:pt x="44450" y="533400"/>
                </a:lnTo>
                <a:lnTo>
                  <a:pt x="44450" y="63500"/>
                </a:lnTo>
                <a:close/>
              </a:path>
              <a:path w="76200" h="533400">
                <a:moveTo>
                  <a:pt x="38100" y="0"/>
                </a:moveTo>
                <a:lnTo>
                  <a:pt x="0" y="76200"/>
                </a:lnTo>
                <a:lnTo>
                  <a:pt x="31750" y="76200"/>
                </a:lnTo>
                <a:lnTo>
                  <a:pt x="31750" y="63500"/>
                </a:lnTo>
                <a:lnTo>
                  <a:pt x="69850" y="63500"/>
                </a:lnTo>
                <a:lnTo>
                  <a:pt x="38100" y="0"/>
                </a:lnTo>
                <a:close/>
              </a:path>
              <a:path w="76200" h="533400">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1937253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75358"/>
            <a:ext cx="10576065" cy="5297972"/>
          </a:xfrm>
        </p:spPr>
        <p:txBody>
          <a:bodyPr/>
          <a:lstStyle/>
          <a:p>
            <a:pPr marL="12700"/>
            <a:r>
              <a:rPr lang="en-US" sz="1800" b="0" dirty="0"/>
              <a:t>Hibernate methods for modifying the database objects:</a:t>
            </a:r>
          </a:p>
          <a:p>
            <a:pPr>
              <a:spcBef>
                <a:spcPts val="45"/>
              </a:spcBef>
            </a:pPr>
            <a:endParaRPr lang="en-US" sz="1800" b="0" dirty="0"/>
          </a:p>
          <a:p>
            <a:pPr>
              <a:spcBef>
                <a:spcPts val="45"/>
              </a:spcBef>
            </a:pPr>
            <a:endParaRPr lang="en-US" sz="1800" b="0" dirty="0"/>
          </a:p>
          <a:p>
            <a:pPr marL="12700">
              <a:tabLst>
                <a:tab pos="243840" algn="l"/>
                <a:tab pos="244475" algn="l"/>
              </a:tabLst>
            </a:pPr>
            <a:r>
              <a:rPr lang="en-US" sz="1800" b="0" dirty="0"/>
              <a:t>public void update(Object object);</a:t>
            </a:r>
          </a:p>
          <a:p>
            <a:pPr marL="12700">
              <a:tabLst>
                <a:tab pos="243840" algn="l"/>
                <a:tab pos="244475" algn="l"/>
              </a:tabLst>
            </a:pPr>
            <a:endParaRPr lang="en-US" sz="1800" b="0" dirty="0"/>
          </a:p>
          <a:p>
            <a:pPr marL="12700">
              <a:tabLst>
                <a:tab pos="243840" algn="l"/>
                <a:tab pos="244475" algn="l"/>
              </a:tabLst>
            </a:pPr>
            <a:endParaRPr lang="en-US" sz="1800" b="0" dirty="0"/>
          </a:p>
          <a:p>
            <a:pPr marL="12700">
              <a:tabLst>
                <a:tab pos="243840" algn="l"/>
                <a:tab pos="244475" algn="l"/>
              </a:tabLst>
            </a:pPr>
            <a:endParaRPr lang="en-US" sz="1800" b="0" dirty="0"/>
          </a:p>
          <a:p>
            <a:r>
              <a:rPr lang="en-US" sz="1800" b="0" dirty="0"/>
              <a:t>public void </a:t>
            </a:r>
            <a:r>
              <a:rPr lang="en-US" sz="1800" b="0" dirty="0" err="1"/>
              <a:t>saveOrUpdate</a:t>
            </a:r>
            <a:r>
              <a:rPr lang="en-US" sz="1800" b="0" dirty="0"/>
              <a:t>(Object object);</a:t>
            </a:r>
          </a:p>
          <a:p>
            <a:endParaRPr lang="en-US" sz="1800" b="0" dirty="0"/>
          </a:p>
          <a:p>
            <a:endParaRPr lang="en-US" sz="1800" b="0" dirty="0"/>
          </a:p>
          <a:p>
            <a:endParaRPr lang="en-US" sz="1800" b="0" dirty="0"/>
          </a:p>
          <a:p>
            <a:endParaRPr lang="en-US" sz="1800" b="0" dirty="0"/>
          </a:p>
          <a:p>
            <a:r>
              <a:rPr lang="en-US" sz="1800" b="0" dirty="0"/>
              <a:t>public void flush();</a:t>
            </a:r>
          </a:p>
          <a:p>
            <a:endParaRPr lang="en-US" sz="1800" dirty="0"/>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CRUD Operations</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Modifying Objects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22</a:t>
            </a:fld>
            <a:endParaRPr lang="en-US" dirty="0"/>
          </a:p>
        </p:txBody>
      </p:sp>
      <p:sp>
        <p:nvSpPr>
          <p:cNvPr id="8" name="object 6">
            <a:extLst>
              <a:ext uri="{FF2B5EF4-FFF2-40B4-BE49-F238E27FC236}">
                <a16:creationId xmlns:a16="http://schemas.microsoft.com/office/drawing/2014/main" id="{95CBA9B7-A38F-899A-E2E9-255261C05963}"/>
              </a:ext>
            </a:extLst>
          </p:cNvPr>
          <p:cNvSpPr txBox="1"/>
          <p:nvPr/>
        </p:nvSpPr>
        <p:spPr>
          <a:xfrm>
            <a:off x="2366191" y="3030494"/>
            <a:ext cx="3276600" cy="285335"/>
          </a:xfrm>
          <a:prstGeom prst="rect">
            <a:avLst/>
          </a:prstGeom>
          <a:solidFill>
            <a:srgbClr val="A7E8FF"/>
          </a:solidFill>
          <a:ln>
            <a:solidFill>
              <a:schemeClr val="tx1"/>
            </a:solidFill>
          </a:ln>
        </p:spPr>
        <p:txBody>
          <a:bodyPr vert="horz" wrap="square" lIns="0" tIns="38735" rIns="0" bIns="0" rtlCol="0">
            <a:spAutoFit/>
          </a:bodyPr>
          <a:lstStyle>
            <a:defPPr>
              <a:defRPr lang="en-US"/>
            </a:defPPr>
            <a:lvl1pPr marL="91440" marR="440055" algn="just">
              <a:lnSpc>
                <a:spcPct val="100000"/>
              </a:lnSpc>
              <a:spcBef>
                <a:spcPts val="305"/>
              </a:spcBef>
              <a:buNone/>
              <a:tabLst>
                <a:tab pos="187960" algn="l"/>
              </a:tabLst>
              <a:defRPr sz="1500"/>
            </a:lvl1pPr>
          </a:lstStyle>
          <a:p>
            <a:r>
              <a:rPr sz="1600" dirty="0">
                <a:latin typeface="Arial" panose="020B0604020202020204" pitchFamily="34" charset="0"/>
                <a:cs typeface="Arial" panose="020B0604020202020204" pitchFamily="34" charset="0"/>
              </a:rPr>
              <a:t>Session.update(continent);</a:t>
            </a:r>
          </a:p>
        </p:txBody>
      </p:sp>
      <p:sp>
        <p:nvSpPr>
          <p:cNvPr id="9" name="object 7">
            <a:extLst>
              <a:ext uri="{FF2B5EF4-FFF2-40B4-BE49-F238E27FC236}">
                <a16:creationId xmlns:a16="http://schemas.microsoft.com/office/drawing/2014/main" id="{EA2CE982-CC95-9115-1C34-138723E73E8C}"/>
              </a:ext>
            </a:extLst>
          </p:cNvPr>
          <p:cNvSpPr txBox="1"/>
          <p:nvPr/>
        </p:nvSpPr>
        <p:spPr>
          <a:xfrm>
            <a:off x="6176191" y="2755077"/>
            <a:ext cx="2362200" cy="801892"/>
          </a:xfrm>
          <a:prstGeom prst="rect">
            <a:avLst/>
          </a:prstGeom>
          <a:solidFill>
            <a:srgbClr val="FFCC00"/>
          </a:solidFill>
          <a:ln>
            <a:solidFill>
              <a:schemeClr val="tx1"/>
            </a:solidFill>
          </a:ln>
        </p:spPr>
        <p:txBody>
          <a:bodyPr wrap="square" lIns="0" tIns="0" rIns="0" bIns="0" rtlCol="0"/>
          <a:lstStyle>
            <a:defPPr>
              <a:defRPr lang="en-US"/>
            </a:defPPr>
            <a:lvl1pPr marL="91440" marR="440055" algn="just">
              <a:lnSpc>
                <a:spcPct val="100000"/>
              </a:lnSpc>
              <a:spcBef>
                <a:spcPts val="305"/>
              </a:spcBef>
              <a:buNone/>
              <a:tabLst>
                <a:tab pos="187960" algn="l"/>
              </a:tabLst>
              <a:defRPr sz="1500"/>
            </a:lvl1pPr>
          </a:lstStyle>
          <a:p>
            <a:endParaRPr sz="1600" dirty="0">
              <a:latin typeface="Arial" panose="020B0604020202020204" pitchFamily="34" charset="0"/>
              <a:cs typeface="Arial" panose="020B0604020202020204" pitchFamily="34" charset="0"/>
            </a:endParaRPr>
          </a:p>
          <a:p>
            <a:r>
              <a:rPr sz="1600" dirty="0">
                <a:latin typeface="Arial" panose="020B0604020202020204" pitchFamily="34" charset="0"/>
                <a:cs typeface="Arial" panose="020B0604020202020204" pitchFamily="34" charset="0"/>
              </a:rPr>
              <a:t>Update an object</a:t>
            </a:r>
          </a:p>
        </p:txBody>
      </p:sp>
      <p:sp>
        <p:nvSpPr>
          <p:cNvPr id="12" name="object 8">
            <a:extLst>
              <a:ext uri="{FF2B5EF4-FFF2-40B4-BE49-F238E27FC236}">
                <a16:creationId xmlns:a16="http://schemas.microsoft.com/office/drawing/2014/main" id="{28CBC5DC-EBE4-EE15-1CCF-E5014AFDA064}"/>
              </a:ext>
            </a:extLst>
          </p:cNvPr>
          <p:cNvSpPr txBox="1"/>
          <p:nvPr/>
        </p:nvSpPr>
        <p:spPr>
          <a:xfrm>
            <a:off x="1995055" y="4478294"/>
            <a:ext cx="3647736" cy="285335"/>
          </a:xfrm>
          <a:prstGeom prst="rect">
            <a:avLst/>
          </a:prstGeom>
          <a:solidFill>
            <a:srgbClr val="A7E8FF"/>
          </a:solidFill>
          <a:ln>
            <a:solidFill>
              <a:schemeClr val="tx1"/>
            </a:solidFill>
          </a:ln>
        </p:spPr>
        <p:txBody>
          <a:bodyPr vert="horz" wrap="square" lIns="0" tIns="38735" rIns="0" bIns="0" rtlCol="0">
            <a:spAutoFit/>
          </a:bodyPr>
          <a:lstStyle>
            <a:defPPr>
              <a:defRPr lang="en-US"/>
            </a:defPPr>
            <a:lvl1pPr marL="91440" marR="440055" algn="just">
              <a:lnSpc>
                <a:spcPct val="100000"/>
              </a:lnSpc>
              <a:spcBef>
                <a:spcPts val="305"/>
              </a:spcBef>
              <a:buNone/>
              <a:tabLst>
                <a:tab pos="187960" algn="l"/>
              </a:tabLst>
              <a:defRPr sz="1500"/>
            </a:lvl1pPr>
          </a:lstStyle>
          <a:p>
            <a:r>
              <a:rPr sz="1600" dirty="0">
                <a:latin typeface="Arial" panose="020B0604020202020204" pitchFamily="34" charset="0"/>
                <a:cs typeface="Arial" panose="020B0604020202020204" pitchFamily="34" charset="0"/>
              </a:rPr>
              <a:t>Session.saveOrUpdate(continent);</a:t>
            </a:r>
          </a:p>
        </p:txBody>
      </p:sp>
      <p:sp>
        <p:nvSpPr>
          <p:cNvPr id="13" name="object 9">
            <a:extLst>
              <a:ext uri="{FF2B5EF4-FFF2-40B4-BE49-F238E27FC236}">
                <a16:creationId xmlns:a16="http://schemas.microsoft.com/office/drawing/2014/main" id="{2B149CE3-40C7-D9D6-CE77-1C743B33F878}"/>
              </a:ext>
            </a:extLst>
          </p:cNvPr>
          <p:cNvSpPr txBox="1"/>
          <p:nvPr/>
        </p:nvSpPr>
        <p:spPr>
          <a:xfrm>
            <a:off x="6176191" y="4302144"/>
            <a:ext cx="3429000" cy="762000"/>
          </a:xfrm>
          <a:prstGeom prst="rect">
            <a:avLst/>
          </a:prstGeom>
          <a:solidFill>
            <a:srgbClr val="FFCC00"/>
          </a:solidFill>
          <a:ln>
            <a:solidFill>
              <a:schemeClr val="tx1"/>
            </a:solidFill>
          </a:ln>
        </p:spPr>
        <p:txBody>
          <a:bodyPr wrap="square" lIns="0" tIns="0" rIns="0" bIns="0" rtlCol="0"/>
          <a:lstStyle>
            <a:defPPr>
              <a:defRPr lang="en-US"/>
            </a:defPPr>
            <a:lvl1pPr marL="91440" marR="440055" algn="just">
              <a:lnSpc>
                <a:spcPct val="100000"/>
              </a:lnSpc>
              <a:spcBef>
                <a:spcPts val="305"/>
              </a:spcBef>
              <a:buNone/>
              <a:tabLst>
                <a:tab pos="187960" algn="l"/>
              </a:tabLst>
              <a:defRPr sz="1500"/>
            </a:lvl1pPr>
          </a:lstStyle>
          <a:p>
            <a:r>
              <a:rPr sz="1600" dirty="0">
                <a:latin typeface="Arial" panose="020B0604020202020204" pitchFamily="34" charset="0"/>
                <a:cs typeface="Arial" panose="020B0604020202020204" pitchFamily="34" charset="0"/>
              </a:rPr>
              <a:t>Update or save an object – if</a:t>
            </a:r>
          </a:p>
          <a:p>
            <a:r>
              <a:rPr sz="1600" dirty="0">
                <a:latin typeface="Arial" panose="020B0604020202020204" pitchFamily="34" charset="0"/>
                <a:cs typeface="Arial" panose="020B0604020202020204" pitchFamily="34" charset="0"/>
              </a:rPr>
              <a:t>you are not sure about the state</a:t>
            </a:r>
          </a:p>
        </p:txBody>
      </p:sp>
      <p:sp>
        <p:nvSpPr>
          <p:cNvPr id="14" name="object 10">
            <a:extLst>
              <a:ext uri="{FF2B5EF4-FFF2-40B4-BE49-F238E27FC236}">
                <a16:creationId xmlns:a16="http://schemas.microsoft.com/office/drawing/2014/main" id="{4AE838F1-7EF9-3293-31AB-8E711E3A01AB}"/>
              </a:ext>
            </a:extLst>
          </p:cNvPr>
          <p:cNvSpPr/>
          <p:nvPr/>
        </p:nvSpPr>
        <p:spPr>
          <a:xfrm>
            <a:off x="5642791" y="3161619"/>
            <a:ext cx="533400" cy="76200"/>
          </a:xfrm>
          <a:custGeom>
            <a:avLst/>
            <a:gdLst/>
            <a:ahLst/>
            <a:cxnLst/>
            <a:rect l="l" t="t" r="r" b="b"/>
            <a:pathLst>
              <a:path w="533400" h="76200">
                <a:moveTo>
                  <a:pt x="76200" y="0"/>
                </a:moveTo>
                <a:lnTo>
                  <a:pt x="0" y="38100"/>
                </a:lnTo>
                <a:lnTo>
                  <a:pt x="76200" y="76200"/>
                </a:lnTo>
                <a:lnTo>
                  <a:pt x="76200" y="44450"/>
                </a:lnTo>
                <a:lnTo>
                  <a:pt x="63500" y="44450"/>
                </a:lnTo>
                <a:lnTo>
                  <a:pt x="63500" y="31750"/>
                </a:lnTo>
                <a:lnTo>
                  <a:pt x="76200" y="31750"/>
                </a:lnTo>
                <a:lnTo>
                  <a:pt x="76200" y="0"/>
                </a:lnTo>
                <a:close/>
              </a:path>
              <a:path w="533400" h="76200">
                <a:moveTo>
                  <a:pt x="76200" y="31750"/>
                </a:moveTo>
                <a:lnTo>
                  <a:pt x="63500" y="31750"/>
                </a:lnTo>
                <a:lnTo>
                  <a:pt x="63500" y="44450"/>
                </a:lnTo>
                <a:lnTo>
                  <a:pt x="76200" y="44450"/>
                </a:lnTo>
                <a:lnTo>
                  <a:pt x="76200" y="31750"/>
                </a:lnTo>
                <a:close/>
              </a:path>
              <a:path w="533400" h="76200">
                <a:moveTo>
                  <a:pt x="533400" y="31750"/>
                </a:moveTo>
                <a:lnTo>
                  <a:pt x="76200" y="31750"/>
                </a:lnTo>
                <a:lnTo>
                  <a:pt x="76200" y="44450"/>
                </a:lnTo>
                <a:lnTo>
                  <a:pt x="533400" y="44450"/>
                </a:lnTo>
                <a:lnTo>
                  <a:pt x="533400" y="31750"/>
                </a:lnTo>
                <a:close/>
              </a:path>
            </a:pathLst>
          </a:custGeom>
          <a:solidFill>
            <a:srgbClr val="000000"/>
          </a:solidFill>
        </p:spPr>
        <p:txBody>
          <a:bodyPr wrap="square" lIns="0" tIns="0" rIns="0" bIns="0" rtlCol="0"/>
          <a:lstStyle/>
          <a:p>
            <a:endParaRPr sz="1600">
              <a:latin typeface="Arial" panose="020B0604020202020204" pitchFamily="34" charset="0"/>
              <a:cs typeface="Arial" panose="020B0604020202020204" pitchFamily="34" charset="0"/>
            </a:endParaRPr>
          </a:p>
        </p:txBody>
      </p:sp>
      <p:sp>
        <p:nvSpPr>
          <p:cNvPr id="15" name="object 11">
            <a:extLst>
              <a:ext uri="{FF2B5EF4-FFF2-40B4-BE49-F238E27FC236}">
                <a16:creationId xmlns:a16="http://schemas.microsoft.com/office/drawing/2014/main" id="{A5DBCFAF-8DBA-73F1-500C-481DD16BDD43}"/>
              </a:ext>
            </a:extLst>
          </p:cNvPr>
          <p:cNvSpPr/>
          <p:nvPr/>
        </p:nvSpPr>
        <p:spPr>
          <a:xfrm>
            <a:off x="5642791" y="4597544"/>
            <a:ext cx="533400" cy="76200"/>
          </a:xfrm>
          <a:custGeom>
            <a:avLst/>
            <a:gdLst/>
            <a:ahLst/>
            <a:cxnLst/>
            <a:rect l="l" t="t" r="r" b="b"/>
            <a:pathLst>
              <a:path w="533400" h="76200">
                <a:moveTo>
                  <a:pt x="76200" y="0"/>
                </a:moveTo>
                <a:lnTo>
                  <a:pt x="0" y="38100"/>
                </a:lnTo>
                <a:lnTo>
                  <a:pt x="76200" y="76200"/>
                </a:lnTo>
                <a:lnTo>
                  <a:pt x="76200" y="44450"/>
                </a:lnTo>
                <a:lnTo>
                  <a:pt x="63500" y="44450"/>
                </a:lnTo>
                <a:lnTo>
                  <a:pt x="63500" y="31750"/>
                </a:lnTo>
                <a:lnTo>
                  <a:pt x="76200" y="31750"/>
                </a:lnTo>
                <a:lnTo>
                  <a:pt x="76200" y="0"/>
                </a:lnTo>
                <a:close/>
              </a:path>
              <a:path w="533400" h="76200">
                <a:moveTo>
                  <a:pt x="76200" y="31750"/>
                </a:moveTo>
                <a:lnTo>
                  <a:pt x="63500" y="31750"/>
                </a:lnTo>
                <a:lnTo>
                  <a:pt x="63500" y="44450"/>
                </a:lnTo>
                <a:lnTo>
                  <a:pt x="76200" y="44450"/>
                </a:lnTo>
                <a:lnTo>
                  <a:pt x="76200" y="31750"/>
                </a:lnTo>
                <a:close/>
              </a:path>
              <a:path w="533400" h="76200">
                <a:moveTo>
                  <a:pt x="533400" y="31750"/>
                </a:moveTo>
                <a:lnTo>
                  <a:pt x="76200" y="31750"/>
                </a:lnTo>
                <a:lnTo>
                  <a:pt x="76200" y="44450"/>
                </a:lnTo>
                <a:lnTo>
                  <a:pt x="533400" y="44450"/>
                </a:lnTo>
                <a:lnTo>
                  <a:pt x="533400" y="31750"/>
                </a:lnTo>
                <a:close/>
              </a:path>
            </a:pathLst>
          </a:custGeom>
          <a:solidFill>
            <a:srgbClr val="000000"/>
          </a:solidFill>
        </p:spPr>
        <p:txBody>
          <a:bodyPr wrap="square" lIns="0" tIns="0" rIns="0" bIns="0" rtlCol="0"/>
          <a:lstStyle/>
          <a:p>
            <a:endParaRPr sz="1600">
              <a:latin typeface="Arial" panose="020B0604020202020204" pitchFamily="34" charset="0"/>
              <a:cs typeface="Arial" panose="020B0604020202020204" pitchFamily="34" charset="0"/>
            </a:endParaRPr>
          </a:p>
        </p:txBody>
      </p:sp>
      <p:sp>
        <p:nvSpPr>
          <p:cNvPr id="16" name="object 12">
            <a:extLst>
              <a:ext uri="{FF2B5EF4-FFF2-40B4-BE49-F238E27FC236}">
                <a16:creationId xmlns:a16="http://schemas.microsoft.com/office/drawing/2014/main" id="{B3343068-1D85-6C26-AA5F-03003A088EC5}"/>
              </a:ext>
            </a:extLst>
          </p:cNvPr>
          <p:cNvSpPr txBox="1"/>
          <p:nvPr/>
        </p:nvSpPr>
        <p:spPr>
          <a:xfrm>
            <a:off x="2366191" y="5809319"/>
            <a:ext cx="3276600" cy="285335"/>
          </a:xfrm>
          <a:prstGeom prst="rect">
            <a:avLst/>
          </a:prstGeom>
          <a:solidFill>
            <a:srgbClr val="A7E8FF"/>
          </a:solidFill>
          <a:ln>
            <a:solidFill>
              <a:schemeClr val="tx1"/>
            </a:solidFill>
          </a:ln>
        </p:spPr>
        <p:txBody>
          <a:bodyPr vert="horz" wrap="square" lIns="0" tIns="38735" rIns="0" bIns="0" rtlCol="0">
            <a:spAutoFit/>
          </a:bodyPr>
          <a:lstStyle>
            <a:defPPr>
              <a:defRPr lang="en-US"/>
            </a:defPPr>
            <a:lvl1pPr marL="91440" marR="440055" algn="just">
              <a:lnSpc>
                <a:spcPct val="100000"/>
              </a:lnSpc>
              <a:spcBef>
                <a:spcPts val="305"/>
              </a:spcBef>
              <a:buNone/>
              <a:tabLst>
                <a:tab pos="187960" algn="l"/>
              </a:tabLst>
              <a:defRPr sz="1500"/>
            </a:lvl1pPr>
          </a:lstStyle>
          <a:p>
            <a:r>
              <a:rPr sz="1600" dirty="0">
                <a:latin typeface="Arial" panose="020B0604020202020204" pitchFamily="34" charset="0"/>
                <a:cs typeface="Arial" panose="020B0604020202020204" pitchFamily="34" charset="0"/>
              </a:rPr>
              <a:t>Session.flush( );</a:t>
            </a:r>
          </a:p>
        </p:txBody>
      </p:sp>
      <p:sp>
        <p:nvSpPr>
          <p:cNvPr id="17" name="object 13">
            <a:extLst>
              <a:ext uri="{FF2B5EF4-FFF2-40B4-BE49-F238E27FC236}">
                <a16:creationId xmlns:a16="http://schemas.microsoft.com/office/drawing/2014/main" id="{9AE731D9-0207-FC2B-E596-AD2A415C8B12}"/>
              </a:ext>
            </a:extLst>
          </p:cNvPr>
          <p:cNvSpPr txBox="1"/>
          <p:nvPr/>
        </p:nvSpPr>
        <p:spPr>
          <a:xfrm>
            <a:off x="6176190" y="5449769"/>
            <a:ext cx="4570521" cy="998350"/>
          </a:xfrm>
          <a:prstGeom prst="rect">
            <a:avLst/>
          </a:prstGeom>
          <a:solidFill>
            <a:srgbClr val="FFCC00"/>
          </a:solidFill>
          <a:ln>
            <a:solidFill>
              <a:schemeClr val="tx1"/>
            </a:solidFill>
          </a:ln>
        </p:spPr>
        <p:txBody>
          <a:bodyPr wrap="square" lIns="0" tIns="0" rIns="0" bIns="0" rtlCol="0"/>
          <a:lstStyle>
            <a:defPPr>
              <a:defRPr lang="en-US"/>
            </a:defPPr>
            <a:lvl1pPr marL="91440" marR="440055" algn="just">
              <a:lnSpc>
                <a:spcPct val="100000"/>
              </a:lnSpc>
              <a:spcBef>
                <a:spcPts val="305"/>
              </a:spcBef>
              <a:buNone/>
              <a:tabLst>
                <a:tab pos="187960" algn="l"/>
              </a:tabLst>
              <a:defRPr sz="1500"/>
            </a:lvl1pPr>
          </a:lstStyle>
          <a:p>
            <a:r>
              <a:rPr sz="1600" dirty="0">
                <a:latin typeface="Arial" panose="020B0604020202020204" pitchFamily="34" charset="0"/>
                <a:cs typeface="Arial" panose="020B0604020202020204" pitchFamily="34" charset="0"/>
              </a:rPr>
              <a:t>Synchronize database with persistence  context. Occurs automatically upon  transaction.commit( )</a:t>
            </a:r>
          </a:p>
        </p:txBody>
      </p:sp>
      <p:sp>
        <p:nvSpPr>
          <p:cNvPr id="18" name="object 14">
            <a:extLst>
              <a:ext uri="{FF2B5EF4-FFF2-40B4-BE49-F238E27FC236}">
                <a16:creationId xmlns:a16="http://schemas.microsoft.com/office/drawing/2014/main" id="{AE6F4DFC-F1D6-2A26-A22C-41FBD87F98CB}"/>
              </a:ext>
            </a:extLst>
          </p:cNvPr>
          <p:cNvSpPr/>
          <p:nvPr/>
        </p:nvSpPr>
        <p:spPr>
          <a:xfrm>
            <a:off x="5642791" y="5940444"/>
            <a:ext cx="533400" cy="76200"/>
          </a:xfrm>
          <a:custGeom>
            <a:avLst/>
            <a:gdLst/>
            <a:ahLst/>
            <a:cxnLst/>
            <a:rect l="l" t="t" r="r" b="b"/>
            <a:pathLst>
              <a:path w="533400" h="76200">
                <a:moveTo>
                  <a:pt x="76200" y="0"/>
                </a:moveTo>
                <a:lnTo>
                  <a:pt x="0" y="38100"/>
                </a:lnTo>
                <a:lnTo>
                  <a:pt x="76200" y="76200"/>
                </a:lnTo>
                <a:lnTo>
                  <a:pt x="76200" y="44450"/>
                </a:lnTo>
                <a:lnTo>
                  <a:pt x="63500" y="44450"/>
                </a:lnTo>
                <a:lnTo>
                  <a:pt x="63500" y="31750"/>
                </a:lnTo>
                <a:lnTo>
                  <a:pt x="76200" y="31750"/>
                </a:lnTo>
                <a:lnTo>
                  <a:pt x="76200" y="0"/>
                </a:lnTo>
                <a:close/>
              </a:path>
              <a:path w="533400" h="76200">
                <a:moveTo>
                  <a:pt x="76200" y="31750"/>
                </a:moveTo>
                <a:lnTo>
                  <a:pt x="63500" y="31750"/>
                </a:lnTo>
                <a:lnTo>
                  <a:pt x="63500" y="44450"/>
                </a:lnTo>
                <a:lnTo>
                  <a:pt x="76200" y="44450"/>
                </a:lnTo>
                <a:lnTo>
                  <a:pt x="76200" y="31750"/>
                </a:lnTo>
                <a:close/>
              </a:path>
              <a:path w="533400" h="76200">
                <a:moveTo>
                  <a:pt x="533400" y="31750"/>
                </a:moveTo>
                <a:lnTo>
                  <a:pt x="76200" y="31750"/>
                </a:lnTo>
                <a:lnTo>
                  <a:pt x="76200" y="44450"/>
                </a:lnTo>
                <a:lnTo>
                  <a:pt x="533400" y="44450"/>
                </a:lnTo>
                <a:lnTo>
                  <a:pt x="533400" y="31750"/>
                </a:lnTo>
                <a:close/>
              </a:path>
            </a:pathLst>
          </a:custGeom>
          <a:solidFill>
            <a:srgbClr val="000000"/>
          </a:solidFill>
        </p:spPr>
        <p:txBody>
          <a:bodyPr wrap="square" lIns="0" tIns="0" rIns="0" bIns="0" rtlCol="0"/>
          <a:lstStyle/>
          <a:p>
            <a:endParaRPr sz="1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3247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52C3B-E14A-44ED-9F95-822EC9463FD6}"/>
              </a:ext>
            </a:extLst>
          </p:cNvPr>
          <p:cNvSpPr>
            <a:spLocks noGrp="1"/>
          </p:cNvSpPr>
          <p:nvPr>
            <p:ph type="body" sz="quarter" idx="12"/>
          </p:nvPr>
        </p:nvSpPr>
        <p:spPr>
          <a:xfrm>
            <a:off x="982660" y="1275358"/>
            <a:ext cx="10576065" cy="5297972"/>
          </a:xfrm>
        </p:spPr>
        <p:txBody>
          <a:bodyPr/>
          <a:lstStyle/>
          <a:p>
            <a:pPr marL="12700"/>
            <a:r>
              <a:rPr lang="en-US" sz="1800" b="0" dirty="0"/>
              <a:t>Hibernate methods for deleting objects:</a:t>
            </a:r>
          </a:p>
          <a:p>
            <a:pPr>
              <a:spcBef>
                <a:spcPts val="45"/>
              </a:spcBef>
            </a:pPr>
            <a:endParaRPr lang="en-US" sz="1800" b="0" dirty="0"/>
          </a:p>
          <a:p>
            <a:pPr>
              <a:spcBef>
                <a:spcPts val="45"/>
              </a:spcBef>
            </a:pPr>
            <a:endParaRPr lang="en-US" sz="1800" b="0" dirty="0"/>
          </a:p>
          <a:p>
            <a:pPr marL="12700">
              <a:tabLst>
                <a:tab pos="243840" algn="l"/>
                <a:tab pos="244475" algn="l"/>
              </a:tabLst>
            </a:pPr>
            <a:r>
              <a:rPr lang="en-US" sz="1800" b="0" dirty="0"/>
              <a:t>public void delete(Object object);</a:t>
            </a:r>
          </a:p>
          <a:p>
            <a:pPr marL="12700">
              <a:tabLst>
                <a:tab pos="243840" algn="l"/>
                <a:tab pos="244475" algn="l"/>
              </a:tabLst>
            </a:pPr>
            <a:endParaRPr lang="en-US" sz="1800" b="0" dirty="0"/>
          </a:p>
          <a:p>
            <a:pPr marL="12700">
              <a:tabLst>
                <a:tab pos="243840" algn="l"/>
                <a:tab pos="244475" algn="l"/>
              </a:tabLst>
            </a:pPr>
            <a:endParaRPr lang="en-US" sz="1800" b="0" dirty="0"/>
          </a:p>
          <a:p>
            <a:pPr marL="12700">
              <a:tabLst>
                <a:tab pos="243840" algn="l"/>
                <a:tab pos="244475" algn="l"/>
              </a:tabLst>
            </a:pPr>
            <a:endParaRPr lang="en-US" sz="1800" b="0" dirty="0"/>
          </a:p>
          <a:p>
            <a:endParaRPr lang="en-US" sz="1800" b="0" dirty="0"/>
          </a:p>
          <a:p>
            <a:endParaRPr lang="en-US" sz="1800" b="0" dirty="0"/>
          </a:p>
          <a:p>
            <a:endParaRPr lang="en-US" sz="1800" b="0" dirty="0"/>
          </a:p>
          <a:p>
            <a:endParaRPr lang="en-US" sz="1800" b="0" dirty="0"/>
          </a:p>
          <a:p>
            <a:endParaRPr lang="en-US" sz="1800" dirty="0"/>
          </a:p>
        </p:txBody>
      </p:sp>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CRUD Operations</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Deleting an Object</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23</a:t>
            </a:fld>
            <a:endParaRPr lang="en-US" dirty="0"/>
          </a:p>
        </p:txBody>
      </p:sp>
      <p:sp>
        <p:nvSpPr>
          <p:cNvPr id="8" name="object 6">
            <a:extLst>
              <a:ext uri="{FF2B5EF4-FFF2-40B4-BE49-F238E27FC236}">
                <a16:creationId xmlns:a16="http://schemas.microsoft.com/office/drawing/2014/main" id="{95CBA9B7-A38F-899A-E2E9-255261C05963}"/>
              </a:ext>
            </a:extLst>
          </p:cNvPr>
          <p:cNvSpPr txBox="1"/>
          <p:nvPr/>
        </p:nvSpPr>
        <p:spPr>
          <a:xfrm>
            <a:off x="2366191" y="3030494"/>
            <a:ext cx="3276600" cy="316112"/>
          </a:xfrm>
          <a:prstGeom prst="rect">
            <a:avLst/>
          </a:prstGeom>
          <a:solidFill>
            <a:srgbClr val="A7E8FF"/>
          </a:solidFill>
          <a:ln>
            <a:solidFill>
              <a:schemeClr val="tx1"/>
            </a:solidFill>
          </a:ln>
        </p:spPr>
        <p:txBody>
          <a:bodyPr vert="horz" wrap="square" lIns="0" tIns="38735" rIns="0" bIns="0" rtlCol="0">
            <a:spAutoFit/>
          </a:bodyPr>
          <a:lstStyle>
            <a:defPPr>
              <a:defRPr lang="en-US"/>
            </a:defPPr>
            <a:lvl1pPr marL="91440" marR="440055" algn="just">
              <a:lnSpc>
                <a:spcPct val="100000"/>
              </a:lnSpc>
              <a:spcBef>
                <a:spcPts val="305"/>
              </a:spcBef>
              <a:buNone/>
              <a:tabLst>
                <a:tab pos="187960" algn="l"/>
              </a:tabLst>
              <a:defRPr sz="1500"/>
            </a:lvl1pPr>
          </a:lstStyle>
          <a:p>
            <a:r>
              <a:rPr sz="1800" dirty="0" err="1">
                <a:latin typeface="Arial" panose="020B0604020202020204" pitchFamily="34" charset="0"/>
                <a:cs typeface="Arial" panose="020B0604020202020204" pitchFamily="34" charset="0"/>
              </a:rPr>
              <a:t>Session.</a:t>
            </a:r>
            <a:r>
              <a:rPr lang="en-US" sz="1800" dirty="0" err="1">
                <a:latin typeface="Arial" panose="020B0604020202020204" pitchFamily="34" charset="0"/>
                <a:cs typeface="Arial" panose="020B0604020202020204" pitchFamily="34" charset="0"/>
              </a:rPr>
              <a:t>delete</a:t>
            </a:r>
            <a:r>
              <a:rPr lang="en-US" sz="1800" dirty="0">
                <a:latin typeface="Arial" panose="020B0604020202020204" pitchFamily="34" charset="0"/>
                <a:cs typeface="Arial" panose="020B0604020202020204" pitchFamily="34" charset="0"/>
              </a:rPr>
              <a:t>(studen</a:t>
            </a:r>
            <a:r>
              <a:rPr sz="1800" dirty="0">
                <a:latin typeface="Arial" panose="020B0604020202020204" pitchFamily="34" charset="0"/>
                <a:cs typeface="Arial" panose="020B0604020202020204" pitchFamily="34" charset="0"/>
              </a:rPr>
              <a:t>t);</a:t>
            </a:r>
          </a:p>
        </p:txBody>
      </p:sp>
      <p:sp>
        <p:nvSpPr>
          <p:cNvPr id="9" name="object 7">
            <a:extLst>
              <a:ext uri="{FF2B5EF4-FFF2-40B4-BE49-F238E27FC236}">
                <a16:creationId xmlns:a16="http://schemas.microsoft.com/office/drawing/2014/main" id="{EA2CE982-CC95-9115-1C34-138723E73E8C}"/>
              </a:ext>
            </a:extLst>
          </p:cNvPr>
          <p:cNvSpPr txBox="1"/>
          <p:nvPr/>
        </p:nvSpPr>
        <p:spPr>
          <a:xfrm>
            <a:off x="6176191" y="2755077"/>
            <a:ext cx="4844110" cy="801892"/>
          </a:xfrm>
          <a:prstGeom prst="rect">
            <a:avLst/>
          </a:prstGeom>
          <a:solidFill>
            <a:srgbClr val="FFCC00"/>
          </a:solidFill>
          <a:ln>
            <a:solidFill>
              <a:schemeClr val="tx1"/>
            </a:solidFill>
          </a:ln>
        </p:spPr>
        <p:txBody>
          <a:bodyPr wrap="square" lIns="0" tIns="0" rIns="0" bIns="0" rtlCol="0"/>
          <a:lstStyle>
            <a:defPPr>
              <a:defRPr lang="en-US"/>
            </a:defPPr>
            <a:lvl1pPr marL="91440" marR="440055" algn="just">
              <a:lnSpc>
                <a:spcPct val="100000"/>
              </a:lnSpc>
              <a:spcBef>
                <a:spcPts val="305"/>
              </a:spcBef>
              <a:buNone/>
              <a:tabLst>
                <a:tab pos="187960" algn="l"/>
              </a:tabLst>
              <a:defRPr sz="1500"/>
            </a:lvl1pPr>
          </a:lstStyle>
          <a:p>
            <a:pPr marL="274320" indent="-274320">
              <a:spcBef>
                <a:spcPts val="0"/>
              </a:spcBef>
            </a:pPr>
            <a:endParaRPr sz="1800" dirty="0">
              <a:latin typeface="Arial" panose="020B0604020202020204" pitchFamily="34" charset="0"/>
              <a:cs typeface="Arial" panose="020B0604020202020204" pitchFamily="34" charset="0"/>
            </a:endParaRPr>
          </a:p>
          <a:p>
            <a:pPr marL="274320" indent="-274320">
              <a:spcBef>
                <a:spcPts val="0"/>
              </a:spcBef>
            </a:pPr>
            <a:r>
              <a:rPr lang="en-US" sz="1800" dirty="0">
                <a:latin typeface="Arial" panose="020B0604020202020204" pitchFamily="34" charset="0"/>
                <a:cs typeface="Arial" panose="020B0604020202020204" pitchFamily="34" charset="0"/>
              </a:rPr>
              <a:t>Delete an object – make it transient again</a:t>
            </a:r>
          </a:p>
        </p:txBody>
      </p:sp>
      <p:sp>
        <p:nvSpPr>
          <p:cNvPr id="14" name="object 10">
            <a:extLst>
              <a:ext uri="{FF2B5EF4-FFF2-40B4-BE49-F238E27FC236}">
                <a16:creationId xmlns:a16="http://schemas.microsoft.com/office/drawing/2014/main" id="{4AE838F1-7EF9-3293-31AB-8E711E3A01AB}"/>
              </a:ext>
            </a:extLst>
          </p:cNvPr>
          <p:cNvSpPr/>
          <p:nvPr/>
        </p:nvSpPr>
        <p:spPr>
          <a:xfrm>
            <a:off x="5642791" y="3161619"/>
            <a:ext cx="533400" cy="76200"/>
          </a:xfrm>
          <a:custGeom>
            <a:avLst/>
            <a:gdLst/>
            <a:ahLst/>
            <a:cxnLst/>
            <a:rect l="l" t="t" r="r" b="b"/>
            <a:pathLst>
              <a:path w="533400" h="76200">
                <a:moveTo>
                  <a:pt x="76200" y="0"/>
                </a:moveTo>
                <a:lnTo>
                  <a:pt x="0" y="38100"/>
                </a:lnTo>
                <a:lnTo>
                  <a:pt x="76200" y="76200"/>
                </a:lnTo>
                <a:lnTo>
                  <a:pt x="76200" y="44450"/>
                </a:lnTo>
                <a:lnTo>
                  <a:pt x="63500" y="44450"/>
                </a:lnTo>
                <a:lnTo>
                  <a:pt x="63500" y="31750"/>
                </a:lnTo>
                <a:lnTo>
                  <a:pt x="76200" y="31750"/>
                </a:lnTo>
                <a:lnTo>
                  <a:pt x="76200" y="0"/>
                </a:lnTo>
                <a:close/>
              </a:path>
              <a:path w="533400" h="76200">
                <a:moveTo>
                  <a:pt x="76200" y="31750"/>
                </a:moveTo>
                <a:lnTo>
                  <a:pt x="63500" y="31750"/>
                </a:lnTo>
                <a:lnTo>
                  <a:pt x="63500" y="44450"/>
                </a:lnTo>
                <a:lnTo>
                  <a:pt x="76200" y="44450"/>
                </a:lnTo>
                <a:lnTo>
                  <a:pt x="76200" y="31750"/>
                </a:lnTo>
                <a:close/>
              </a:path>
              <a:path w="533400" h="76200">
                <a:moveTo>
                  <a:pt x="533400" y="31750"/>
                </a:moveTo>
                <a:lnTo>
                  <a:pt x="76200" y="31750"/>
                </a:lnTo>
                <a:lnTo>
                  <a:pt x="76200" y="44450"/>
                </a:lnTo>
                <a:lnTo>
                  <a:pt x="533400" y="44450"/>
                </a:lnTo>
                <a:lnTo>
                  <a:pt x="533400" y="31750"/>
                </a:lnTo>
                <a:close/>
              </a:path>
            </a:pathLst>
          </a:custGeom>
          <a:solidFill>
            <a:srgbClr val="000000"/>
          </a:solidFill>
        </p:spPr>
        <p:txBody>
          <a:bodyPr wrap="square" lIns="0" tIns="0" rIns="0" bIns="0" rtlCol="0"/>
          <a:lstStyle/>
          <a:p>
            <a:endParaRPr sz="1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8891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Query</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Querying in Hibernate</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24</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200000"/>
              </a:lnSpc>
              <a:buChar char="•"/>
            </a:pPr>
            <a:r>
              <a:rPr lang="en-US" sz="1800" b="0" dirty="0"/>
              <a:t>Hibernate provides with 3 different ways of querying the database</a:t>
            </a:r>
          </a:p>
          <a:p>
            <a:pPr marL="642938" lvl="3" indent="-285750" algn="just">
              <a:lnSpc>
                <a:spcPct val="200000"/>
              </a:lnSpc>
            </a:pPr>
            <a:r>
              <a:rPr lang="en-US" sz="1800" b="1" dirty="0">
                <a:solidFill>
                  <a:schemeClr val="tx1"/>
                </a:solidFill>
              </a:rPr>
              <a:t>Hibernate Query Language (HQL)</a:t>
            </a:r>
          </a:p>
          <a:p>
            <a:pPr marL="642938" lvl="3" indent="-285750" algn="just">
              <a:lnSpc>
                <a:spcPct val="200000"/>
              </a:lnSpc>
            </a:pPr>
            <a:r>
              <a:rPr lang="en-US" sz="1800" b="1" dirty="0">
                <a:solidFill>
                  <a:schemeClr val="tx1"/>
                </a:solidFill>
              </a:rPr>
              <a:t>Criteria Queries</a:t>
            </a:r>
          </a:p>
          <a:p>
            <a:pPr marL="642938" lvl="3" indent="-285750" algn="just">
              <a:lnSpc>
                <a:spcPct val="200000"/>
              </a:lnSpc>
            </a:pPr>
            <a:r>
              <a:rPr lang="en-US" sz="1800" b="1" dirty="0">
                <a:solidFill>
                  <a:schemeClr val="tx1"/>
                </a:solidFill>
              </a:rPr>
              <a:t>Native SQL</a:t>
            </a:r>
          </a:p>
          <a:p>
            <a:pPr marL="285750" indent="-285750" algn="just">
              <a:lnSpc>
                <a:spcPct val="200000"/>
              </a:lnSpc>
              <a:buChar char="•"/>
            </a:pPr>
            <a:endParaRPr lang="en-US" sz="1800" b="0" dirty="0"/>
          </a:p>
          <a:p>
            <a:endParaRPr lang="en-US" sz="1800" dirty="0"/>
          </a:p>
        </p:txBody>
      </p:sp>
    </p:spTree>
    <p:extLst>
      <p:ext uri="{BB962C8B-B14F-4D97-AF65-F5344CB8AC3E}">
        <p14:creationId xmlns:p14="http://schemas.microsoft.com/office/powerpoint/2010/main" val="2919119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Query</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Hibernate Query Language (HQL)</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25</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200000"/>
              </a:lnSpc>
              <a:buChar char="•"/>
            </a:pPr>
            <a:r>
              <a:rPr lang="en-US" sz="1800" b="0" dirty="0"/>
              <a:t>HQL is a powerful query language</a:t>
            </a:r>
          </a:p>
          <a:p>
            <a:pPr marL="285750" indent="-285750" algn="just">
              <a:lnSpc>
                <a:spcPct val="200000"/>
              </a:lnSpc>
              <a:buChar char="•"/>
            </a:pPr>
            <a:r>
              <a:rPr lang="en-US" sz="1800" b="0" dirty="0"/>
              <a:t>Used to execute queries against database</a:t>
            </a:r>
          </a:p>
          <a:p>
            <a:pPr marL="285750" indent="-285750" algn="just">
              <a:lnSpc>
                <a:spcPct val="200000"/>
              </a:lnSpc>
              <a:buChar char="•"/>
            </a:pPr>
            <a:r>
              <a:rPr lang="en-US" sz="1800" b="0" dirty="0"/>
              <a:t>HQL is much like SQL and is case-insensitive, except for  the names of Java classes and properties</a:t>
            </a:r>
          </a:p>
          <a:p>
            <a:pPr marL="285750" indent="-285750" algn="just">
              <a:lnSpc>
                <a:spcPct val="200000"/>
              </a:lnSpc>
              <a:buChar char="•"/>
            </a:pPr>
            <a:r>
              <a:rPr lang="en-US" sz="1800" b="0" dirty="0"/>
              <a:t>Hibernate automatically generates the </a:t>
            </a:r>
            <a:r>
              <a:rPr lang="en-US" sz="1800" b="0" dirty="0" err="1"/>
              <a:t>sql</a:t>
            </a:r>
            <a:r>
              <a:rPr lang="en-US" sz="1800" b="0" dirty="0"/>
              <a:t> query and  execute it against underlying database if HQL is used in the  application</a:t>
            </a:r>
          </a:p>
          <a:p>
            <a:pPr marL="285750" indent="-285750" algn="just">
              <a:lnSpc>
                <a:spcPct val="200000"/>
              </a:lnSpc>
              <a:buChar char="•"/>
            </a:pPr>
            <a:r>
              <a:rPr lang="en-US" sz="1800" b="0" dirty="0"/>
              <a:t>Hibernate Query Language uses classes and properties  instead of tables and columns</a:t>
            </a:r>
          </a:p>
          <a:p>
            <a:pPr marL="285750" indent="-285750" algn="just">
              <a:lnSpc>
                <a:spcPct val="200000"/>
              </a:lnSpc>
              <a:buChar char="•"/>
            </a:pPr>
            <a:endParaRPr lang="en-US" sz="1800" b="0" dirty="0"/>
          </a:p>
        </p:txBody>
      </p:sp>
    </p:spTree>
    <p:extLst>
      <p:ext uri="{BB962C8B-B14F-4D97-AF65-F5344CB8AC3E}">
        <p14:creationId xmlns:p14="http://schemas.microsoft.com/office/powerpoint/2010/main" val="199740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Query</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Hibernate Query Language (HQL)</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26</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200000"/>
              </a:lnSpc>
              <a:buChar char="•"/>
            </a:pPr>
            <a:r>
              <a:rPr lang="en-US" sz="1800" b="0" dirty="0"/>
              <a:t>Support for Advance features: HQL contains many  advance features such as pagination, Inner/outer/full joins, Cartesian  products. </a:t>
            </a:r>
          </a:p>
          <a:p>
            <a:pPr marL="285750" indent="-285750" algn="just">
              <a:lnSpc>
                <a:spcPct val="200000"/>
              </a:lnSpc>
              <a:buChar char="•"/>
            </a:pPr>
            <a:r>
              <a:rPr lang="en-US" sz="1800" b="0" dirty="0"/>
              <a:t>It also supports Projection, Aggregation (max,  avg) and grouping, Ordering, Sub queries and SQL  function calls</a:t>
            </a:r>
          </a:p>
          <a:p>
            <a:pPr marL="285750" indent="-285750" algn="just">
              <a:lnSpc>
                <a:spcPct val="200000"/>
              </a:lnSpc>
              <a:buChar char="•"/>
            </a:pPr>
            <a:r>
              <a:rPr lang="en-US" sz="1800" b="0" dirty="0"/>
              <a:t>Database independent: Queries written in HQL are  database independent (If database supports the  underlying feature)</a:t>
            </a:r>
          </a:p>
          <a:p>
            <a:pPr marL="285750" indent="-285750" algn="just">
              <a:lnSpc>
                <a:spcPct val="200000"/>
              </a:lnSpc>
              <a:buChar char="•"/>
            </a:pPr>
            <a:endParaRPr lang="en-US" sz="1800" b="0" dirty="0"/>
          </a:p>
        </p:txBody>
      </p:sp>
    </p:spTree>
    <p:extLst>
      <p:ext uri="{BB962C8B-B14F-4D97-AF65-F5344CB8AC3E}">
        <p14:creationId xmlns:p14="http://schemas.microsoft.com/office/powerpoint/2010/main" val="34947252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Query</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Features of  HQL</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27</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200000"/>
              </a:lnSpc>
              <a:buChar char="•"/>
            </a:pPr>
            <a:r>
              <a:rPr lang="en-US" sz="1800" b="0" dirty="0"/>
              <a:t>Full support for relational op</a:t>
            </a:r>
            <a:r>
              <a:rPr lang="az-Cyrl-AZ" sz="1800" b="0" dirty="0"/>
              <a:t>е</a:t>
            </a:r>
            <a:r>
              <a:rPr lang="en-US" sz="1800" b="0" dirty="0"/>
              <a:t>rations: HQL allows r</a:t>
            </a:r>
            <a:r>
              <a:rPr lang="az-Cyrl-AZ" sz="1800" b="0" dirty="0"/>
              <a:t>е</a:t>
            </a:r>
            <a:r>
              <a:rPr lang="en-US" sz="1800" b="0" dirty="0"/>
              <a:t>presenting  SQL queries in the</a:t>
            </a:r>
            <a:r>
              <a:rPr lang="az-Cyrl-AZ" sz="1800" b="0" dirty="0"/>
              <a:t> </a:t>
            </a:r>
            <a:r>
              <a:rPr lang="en-US" sz="1800" b="0" dirty="0"/>
              <a:t>form of objects. It us</a:t>
            </a:r>
            <a:r>
              <a:rPr lang="az-Cyrl-AZ" sz="1800" b="0" dirty="0"/>
              <a:t>е</a:t>
            </a:r>
            <a:r>
              <a:rPr lang="en-US" sz="1800" b="0" dirty="0"/>
              <a:t>s class</a:t>
            </a:r>
            <a:r>
              <a:rPr lang="az-Cyrl-AZ" sz="1800" b="0" dirty="0"/>
              <a:t>е</a:t>
            </a:r>
            <a:r>
              <a:rPr lang="en-US" sz="1800" b="0" dirty="0"/>
              <a:t>s and  properties instead of tables and columns</a:t>
            </a:r>
          </a:p>
          <a:p>
            <a:pPr marL="285750" indent="-285750" algn="just">
              <a:lnSpc>
                <a:spcPct val="200000"/>
              </a:lnSpc>
              <a:buChar char="•"/>
            </a:pPr>
            <a:r>
              <a:rPr lang="en-US" sz="1800" b="0" dirty="0"/>
              <a:t>R</a:t>
            </a:r>
            <a:r>
              <a:rPr lang="az-Cyrl-AZ" sz="1800" b="0" dirty="0"/>
              <a:t>е</a:t>
            </a:r>
            <a:r>
              <a:rPr lang="en-US" sz="1800" b="0" dirty="0"/>
              <a:t>turn result as Object: Th</a:t>
            </a:r>
            <a:r>
              <a:rPr lang="az-Cyrl-AZ" sz="1800" b="0" dirty="0"/>
              <a:t>е </a:t>
            </a:r>
            <a:r>
              <a:rPr lang="en-US" sz="1800" b="0" dirty="0"/>
              <a:t>HQL queries r</a:t>
            </a:r>
            <a:r>
              <a:rPr lang="az-Cyrl-AZ" sz="1800" b="0" dirty="0"/>
              <a:t>е</a:t>
            </a:r>
            <a:r>
              <a:rPr lang="en-US" sz="1800" b="0" dirty="0"/>
              <a:t>turn the</a:t>
            </a:r>
            <a:r>
              <a:rPr lang="az-Cyrl-AZ" sz="1800" b="0" dirty="0"/>
              <a:t> </a:t>
            </a:r>
            <a:r>
              <a:rPr lang="en-US" sz="1800" b="0" dirty="0"/>
              <a:t>query  result(s) in the</a:t>
            </a:r>
            <a:r>
              <a:rPr lang="az-Cyrl-AZ" sz="1800" b="0" dirty="0"/>
              <a:t> </a:t>
            </a:r>
            <a:r>
              <a:rPr lang="en-US" sz="1800" b="0" dirty="0"/>
              <a:t>form of object(s), which is easy to us</a:t>
            </a:r>
            <a:r>
              <a:rPr lang="az-Cyrl-AZ" sz="1800" b="0" dirty="0"/>
              <a:t>е. </a:t>
            </a:r>
            <a:r>
              <a:rPr lang="en-US" sz="1800" b="0" dirty="0"/>
              <a:t>This  eliminates the</a:t>
            </a:r>
            <a:r>
              <a:rPr lang="az-Cyrl-AZ" sz="1800" b="0" dirty="0"/>
              <a:t> </a:t>
            </a:r>
            <a:r>
              <a:rPr lang="en-US" sz="1800" b="0" dirty="0"/>
              <a:t>n</a:t>
            </a:r>
            <a:r>
              <a:rPr lang="az-Cyrl-AZ" sz="1800" b="0" dirty="0"/>
              <a:t>ее</a:t>
            </a:r>
            <a:r>
              <a:rPr lang="en-US" sz="1800" b="0" dirty="0"/>
              <a:t>d of creating the</a:t>
            </a:r>
            <a:r>
              <a:rPr lang="az-Cyrl-AZ" sz="1800" b="0" dirty="0"/>
              <a:t> </a:t>
            </a:r>
            <a:r>
              <a:rPr lang="en-US" sz="1800" b="0" dirty="0"/>
              <a:t>object and populating the</a:t>
            </a:r>
            <a:r>
              <a:rPr lang="az-Cyrl-AZ" sz="1800" b="0" dirty="0"/>
              <a:t>  </a:t>
            </a:r>
            <a:r>
              <a:rPr lang="en-US" sz="1800" b="0" dirty="0"/>
              <a:t>data from result s</a:t>
            </a:r>
            <a:r>
              <a:rPr lang="az-Cyrl-AZ" sz="1800" b="0" dirty="0"/>
              <a:t>е</a:t>
            </a:r>
            <a:r>
              <a:rPr lang="en-US" sz="1800" b="0" dirty="0"/>
              <a:t>t</a:t>
            </a:r>
          </a:p>
          <a:p>
            <a:pPr marL="285750" indent="-285750" algn="just">
              <a:lnSpc>
                <a:spcPct val="200000"/>
              </a:lnSpc>
              <a:buChar char="•"/>
            </a:pPr>
            <a:r>
              <a:rPr lang="en-US" sz="1800" b="0" dirty="0"/>
              <a:t>Polymorphic Queries: HQL fully supports polymorphic  queries. Polymorphic queries gives the</a:t>
            </a:r>
            <a:r>
              <a:rPr lang="az-Cyrl-AZ" sz="1800" b="0" dirty="0"/>
              <a:t> </a:t>
            </a:r>
            <a:r>
              <a:rPr lang="en-US" sz="1800" b="0" dirty="0"/>
              <a:t>query results along  with all the</a:t>
            </a:r>
            <a:r>
              <a:rPr lang="az-Cyrl-AZ" sz="1800" b="0" dirty="0"/>
              <a:t> </a:t>
            </a:r>
            <a:r>
              <a:rPr lang="en-US" sz="1800" b="0" dirty="0"/>
              <a:t>child objects if any</a:t>
            </a:r>
          </a:p>
          <a:p>
            <a:pPr marL="285750" indent="-285750" algn="just">
              <a:lnSpc>
                <a:spcPct val="200000"/>
              </a:lnSpc>
              <a:buChar char="•"/>
            </a:pPr>
            <a:r>
              <a:rPr lang="en-US" sz="1800" b="0" dirty="0"/>
              <a:t>Easy to Learn: Hibernate</a:t>
            </a:r>
            <a:r>
              <a:rPr lang="az-Cyrl-AZ" sz="1800" b="0" dirty="0"/>
              <a:t> </a:t>
            </a:r>
            <a:r>
              <a:rPr lang="en-US" sz="1800" b="0" dirty="0"/>
              <a:t>Queries are</a:t>
            </a:r>
            <a:r>
              <a:rPr lang="az-Cyrl-AZ" sz="1800" b="0" dirty="0"/>
              <a:t> </a:t>
            </a:r>
            <a:r>
              <a:rPr lang="en-US" sz="1800" b="0" dirty="0"/>
              <a:t>easy to learn and it can  b</a:t>
            </a:r>
            <a:r>
              <a:rPr lang="az-Cyrl-AZ" sz="1800" b="0" dirty="0"/>
              <a:t>е </a:t>
            </a:r>
            <a:r>
              <a:rPr lang="en-US" sz="1800" b="0" dirty="0"/>
              <a:t>easily implemented in the applications</a:t>
            </a:r>
          </a:p>
          <a:p>
            <a:pPr marL="285750" indent="-285750" algn="just">
              <a:lnSpc>
                <a:spcPct val="200000"/>
              </a:lnSpc>
              <a:buChar char="•"/>
            </a:pPr>
            <a:endParaRPr lang="en-US" sz="1800" b="0" dirty="0"/>
          </a:p>
        </p:txBody>
      </p:sp>
    </p:spTree>
    <p:extLst>
      <p:ext uri="{BB962C8B-B14F-4D97-AF65-F5344CB8AC3E}">
        <p14:creationId xmlns:p14="http://schemas.microsoft.com/office/powerpoint/2010/main" val="2126064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Query</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HQL</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28</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150000"/>
              </a:lnSpc>
              <a:buChar char="•"/>
            </a:pPr>
            <a:r>
              <a:rPr lang="en-US" sz="1600" dirty="0"/>
              <a:t>Und</a:t>
            </a:r>
            <a:r>
              <a:rPr lang="az-Cyrl-AZ" sz="1600" dirty="0"/>
              <a:t>е</a:t>
            </a:r>
            <a:r>
              <a:rPr lang="en-US" sz="1600" dirty="0"/>
              <a:t>standing HQL Syntax</a:t>
            </a:r>
          </a:p>
          <a:p>
            <a:pPr marL="285750" indent="-285750" algn="just">
              <a:lnSpc>
                <a:spcPct val="150000"/>
              </a:lnSpc>
              <a:buChar char="•"/>
            </a:pPr>
            <a:r>
              <a:rPr lang="en-US" sz="1600" b="0" dirty="0"/>
              <a:t>Any Hibernate</a:t>
            </a:r>
            <a:r>
              <a:rPr lang="az-Cyrl-AZ" sz="1600" b="0" dirty="0"/>
              <a:t> </a:t>
            </a:r>
            <a:r>
              <a:rPr lang="en-US" sz="1600" b="0" dirty="0"/>
              <a:t>Query Language</a:t>
            </a:r>
            <a:r>
              <a:rPr lang="az-Cyrl-AZ" sz="1600" b="0" dirty="0"/>
              <a:t> </a:t>
            </a:r>
            <a:r>
              <a:rPr lang="en-US" sz="1600" b="0" dirty="0"/>
              <a:t>may consist of  following elements:</a:t>
            </a:r>
          </a:p>
          <a:p>
            <a:pPr marL="285750" indent="-285750" algn="just">
              <a:lnSpc>
                <a:spcPct val="150000"/>
              </a:lnSpc>
              <a:buChar char="•"/>
            </a:pPr>
            <a:r>
              <a:rPr lang="en-US" sz="1600" b="0" dirty="0"/>
              <a:t>Claus</a:t>
            </a:r>
            <a:r>
              <a:rPr lang="az-Cyrl-AZ" sz="1600" b="0" dirty="0"/>
              <a:t>е</a:t>
            </a:r>
            <a:r>
              <a:rPr lang="en-US" sz="1600" b="0" dirty="0"/>
              <a:t>s</a:t>
            </a:r>
          </a:p>
          <a:p>
            <a:pPr marL="285750" indent="-285750" algn="just">
              <a:lnSpc>
                <a:spcPct val="150000"/>
              </a:lnSpc>
              <a:buChar char="•"/>
            </a:pPr>
            <a:r>
              <a:rPr lang="en-US" sz="1600" b="0" dirty="0"/>
              <a:t>Aggregate</a:t>
            </a:r>
            <a:r>
              <a:rPr lang="az-Cyrl-AZ" sz="1600" b="0" dirty="0"/>
              <a:t> </a:t>
            </a:r>
            <a:r>
              <a:rPr lang="en-US" sz="1600" b="0" dirty="0"/>
              <a:t>functions like (avg(...), sum(...), min(...), max(...) count(*) count(...), count(distinct ...), )</a:t>
            </a:r>
          </a:p>
          <a:p>
            <a:pPr marL="285750" indent="-285750" algn="just">
              <a:lnSpc>
                <a:spcPct val="150000"/>
              </a:lnSpc>
              <a:buChar char="•"/>
            </a:pPr>
            <a:r>
              <a:rPr lang="en-US" sz="1600" b="0" dirty="0"/>
              <a:t>Sub queries - Hibernate supports Subqueries if the underlying database  supports it</a:t>
            </a:r>
          </a:p>
          <a:p>
            <a:pPr marL="285750" indent="-285750" algn="just">
              <a:lnSpc>
                <a:spcPct val="150000"/>
              </a:lnSpc>
              <a:buChar char="•"/>
            </a:pPr>
            <a:r>
              <a:rPr lang="en-US" sz="1600" dirty="0"/>
              <a:t>Claus</a:t>
            </a:r>
            <a:r>
              <a:rPr lang="az-Cyrl-AZ" sz="1600" dirty="0"/>
              <a:t>е</a:t>
            </a:r>
            <a:r>
              <a:rPr lang="en-US" sz="1600" dirty="0"/>
              <a:t>s in the</a:t>
            </a:r>
            <a:r>
              <a:rPr lang="az-Cyrl-AZ" sz="1600" dirty="0"/>
              <a:t> </a:t>
            </a:r>
            <a:r>
              <a:rPr lang="en-US" sz="1600" dirty="0"/>
              <a:t>HQL are</a:t>
            </a:r>
            <a:r>
              <a:rPr lang="az-Cyrl-AZ" sz="1600" dirty="0"/>
              <a:t>:</a:t>
            </a:r>
          </a:p>
          <a:p>
            <a:pPr marL="285750" indent="-285750" algn="just">
              <a:lnSpc>
                <a:spcPct val="150000"/>
              </a:lnSpc>
              <a:buChar char="•"/>
            </a:pPr>
            <a:r>
              <a:rPr lang="en-US" sz="1600" b="0" dirty="0"/>
              <a:t>from</a:t>
            </a:r>
          </a:p>
          <a:p>
            <a:pPr marL="285750" indent="-285750" algn="just">
              <a:lnSpc>
                <a:spcPct val="150000"/>
              </a:lnSpc>
              <a:buChar char="•"/>
            </a:pPr>
            <a:r>
              <a:rPr lang="en-US" sz="1600" b="0" dirty="0"/>
              <a:t>select</a:t>
            </a:r>
          </a:p>
          <a:p>
            <a:pPr marL="285750" indent="-285750" algn="just">
              <a:lnSpc>
                <a:spcPct val="150000"/>
              </a:lnSpc>
              <a:buChar char="•"/>
            </a:pPr>
            <a:r>
              <a:rPr lang="en-US" sz="1600" b="0" dirty="0"/>
              <a:t>where</a:t>
            </a:r>
            <a:endParaRPr lang="az-Cyrl-AZ" sz="1600" b="0" dirty="0"/>
          </a:p>
          <a:p>
            <a:pPr marL="285750" indent="-285750" algn="just">
              <a:lnSpc>
                <a:spcPct val="150000"/>
              </a:lnSpc>
              <a:buChar char="•"/>
            </a:pPr>
            <a:r>
              <a:rPr lang="en-US" sz="1600" b="0" dirty="0" err="1"/>
              <a:t>ord</a:t>
            </a:r>
            <a:r>
              <a:rPr lang="az-Cyrl-AZ" sz="1600" b="0" dirty="0"/>
              <a:t>е</a:t>
            </a:r>
            <a:r>
              <a:rPr lang="en-US" sz="1600" b="0" dirty="0"/>
              <a:t>r by</a:t>
            </a:r>
          </a:p>
          <a:p>
            <a:pPr marL="285750" indent="-285750" algn="just">
              <a:lnSpc>
                <a:spcPct val="150000"/>
              </a:lnSpc>
              <a:buChar char="•"/>
            </a:pPr>
            <a:r>
              <a:rPr lang="en-US" sz="1600" b="0" dirty="0"/>
              <a:t>group by</a:t>
            </a:r>
          </a:p>
          <a:p>
            <a:pPr marL="285750" indent="-285750" algn="just">
              <a:lnSpc>
                <a:spcPct val="150000"/>
              </a:lnSpc>
              <a:buChar char="•"/>
            </a:pPr>
            <a:endParaRPr lang="en-US" sz="1600" b="0" dirty="0"/>
          </a:p>
        </p:txBody>
      </p:sp>
    </p:spTree>
    <p:extLst>
      <p:ext uri="{BB962C8B-B14F-4D97-AF65-F5344CB8AC3E}">
        <p14:creationId xmlns:p14="http://schemas.microsoft.com/office/powerpoint/2010/main" val="15377149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Query</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HQL</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29</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150000"/>
              </a:lnSpc>
              <a:buChar char="•"/>
            </a:pPr>
            <a:r>
              <a:rPr lang="en-US" sz="1800" dirty="0"/>
              <a:t>Parameter Binding</a:t>
            </a:r>
          </a:p>
          <a:p>
            <a:pPr marL="285750" indent="-285750" algn="just">
              <a:lnSpc>
                <a:spcPct val="150000"/>
              </a:lnSpc>
              <a:buChar char="•"/>
            </a:pPr>
            <a:r>
              <a:rPr lang="en-US" sz="1800" b="0" dirty="0"/>
              <a:t>HQL allows you to bind some parameters in the query, if you need to give different set of values to the same </a:t>
            </a:r>
            <a:r>
              <a:rPr lang="en-US" sz="1800" b="0" dirty="0" err="1"/>
              <a:t>query.HQL</a:t>
            </a:r>
            <a:r>
              <a:rPr lang="en-US" sz="1800" b="0" dirty="0"/>
              <a:t> supports 2 types of parameter binding namely:</a:t>
            </a:r>
          </a:p>
          <a:p>
            <a:pPr marL="285750" indent="-285750" algn="just">
              <a:lnSpc>
                <a:spcPct val="150000"/>
              </a:lnSpc>
              <a:buChar char="•"/>
            </a:pPr>
            <a:r>
              <a:rPr lang="en-US" sz="1800" b="0" dirty="0"/>
              <a:t>Named Parameter Binding</a:t>
            </a:r>
          </a:p>
          <a:p>
            <a:pPr marL="285750" indent="-285750" algn="just">
              <a:lnSpc>
                <a:spcPct val="150000"/>
              </a:lnSpc>
              <a:buChar char="•"/>
            </a:pPr>
            <a:endParaRPr lang="en-US" sz="1800" b="0" dirty="0"/>
          </a:p>
          <a:p>
            <a:pPr marL="285750" indent="-285750" algn="just">
              <a:lnSpc>
                <a:spcPct val="150000"/>
              </a:lnSpc>
              <a:buChar char="•"/>
            </a:pPr>
            <a:endParaRPr lang="en-US" sz="1800" b="0" dirty="0"/>
          </a:p>
          <a:p>
            <a:pPr algn="just">
              <a:lnSpc>
                <a:spcPct val="150000"/>
              </a:lnSpc>
            </a:pPr>
            <a:endParaRPr lang="en-US" sz="1800" b="0" dirty="0"/>
          </a:p>
          <a:p>
            <a:pPr marL="285750" indent="-285750" algn="just">
              <a:lnSpc>
                <a:spcPct val="150000"/>
              </a:lnSpc>
              <a:buFont typeface="Arial" panose="020B0604020202020204" pitchFamily="34" charset="0"/>
              <a:buChar char="•"/>
            </a:pPr>
            <a:r>
              <a:rPr lang="en-US" sz="1800" b="0" dirty="0"/>
              <a:t>Positional Parameter Binding</a:t>
            </a:r>
          </a:p>
          <a:p>
            <a:pPr marL="285750" indent="-285750" algn="just">
              <a:lnSpc>
                <a:spcPct val="150000"/>
              </a:lnSpc>
              <a:buChar char="•"/>
            </a:pPr>
            <a:endParaRPr lang="en-US" sz="1800" b="0" dirty="0"/>
          </a:p>
          <a:p>
            <a:pPr marL="285750" indent="-285750" algn="just">
              <a:lnSpc>
                <a:spcPct val="150000"/>
              </a:lnSpc>
              <a:buChar char="•"/>
            </a:pPr>
            <a:endParaRPr lang="en-US" sz="1800" b="0" dirty="0"/>
          </a:p>
        </p:txBody>
      </p:sp>
      <p:sp>
        <p:nvSpPr>
          <p:cNvPr id="2" name="object 5">
            <a:extLst>
              <a:ext uri="{FF2B5EF4-FFF2-40B4-BE49-F238E27FC236}">
                <a16:creationId xmlns:a16="http://schemas.microsoft.com/office/drawing/2014/main" id="{E598257B-53B0-DEEC-A400-1AA1CEB1E25F}"/>
              </a:ext>
            </a:extLst>
          </p:cNvPr>
          <p:cNvSpPr txBox="1"/>
          <p:nvPr/>
        </p:nvSpPr>
        <p:spPr>
          <a:xfrm>
            <a:off x="1488489" y="3339386"/>
            <a:ext cx="8382000" cy="1164421"/>
          </a:xfrm>
          <a:prstGeom prst="rect">
            <a:avLst/>
          </a:prstGeom>
          <a:solidFill>
            <a:schemeClr val="accent4">
              <a:lumMod val="20000"/>
              <a:lumOff val="80000"/>
            </a:schemeClr>
          </a:solidFill>
          <a:ln w="9144">
            <a:solidFill>
              <a:srgbClr val="000000"/>
            </a:solidFill>
          </a:ln>
        </p:spPr>
        <p:txBody>
          <a:bodyPr vert="horz" wrap="square" lIns="0" tIns="88900" rIns="0" bIns="0" rtlCol="0">
            <a:spAutoFit/>
          </a:bodyPr>
          <a:lstStyle/>
          <a:p>
            <a:pPr marL="86360">
              <a:lnSpc>
                <a:spcPct val="100000"/>
              </a:lnSpc>
              <a:spcBef>
                <a:spcPts val="700"/>
              </a:spcBef>
            </a:pPr>
            <a:r>
              <a:rPr lang="en-US" sz="1600" dirty="0">
                <a:latin typeface="Arial" panose="020B0604020202020204" pitchFamily="34" charset="0"/>
                <a:cs typeface="Arial" panose="020B0604020202020204" pitchFamily="34" charset="0"/>
              </a:rPr>
              <a:t>String query="from Employee as emp where </a:t>
            </a:r>
            <a:r>
              <a:rPr lang="en-US" sz="1600" dirty="0" err="1">
                <a:latin typeface="Arial" panose="020B0604020202020204" pitchFamily="34" charset="0"/>
                <a:cs typeface="Arial" panose="020B0604020202020204" pitchFamily="34" charset="0"/>
              </a:rPr>
              <a:t>emp.firstName</a:t>
            </a:r>
            <a:r>
              <a:rPr lang="en-US" sz="1600" dirty="0">
                <a:latin typeface="Arial" panose="020B0604020202020204" pitchFamily="34" charset="0"/>
                <a:cs typeface="Arial" panose="020B0604020202020204" pitchFamily="34" charset="0"/>
              </a:rPr>
              <a:t> = :name“;</a:t>
            </a:r>
          </a:p>
          <a:p>
            <a:pPr marL="86360">
              <a:lnSpc>
                <a:spcPct val="100000"/>
              </a:lnSpc>
              <a:spcBef>
                <a:spcPts val="700"/>
              </a:spcBef>
            </a:pPr>
            <a:r>
              <a:rPr sz="1600" dirty="0">
                <a:latin typeface="Arial" panose="020B0604020202020204" pitchFamily="34" charset="0"/>
                <a:cs typeface="Arial" panose="020B0604020202020204" pitchFamily="34" charset="0"/>
              </a:rPr>
              <a:t>Query myQuery = </a:t>
            </a:r>
            <a:r>
              <a:rPr sz="1600" dirty="0" err="1">
                <a:latin typeface="Arial" panose="020B0604020202020204" pitchFamily="34" charset="0"/>
                <a:cs typeface="Arial" panose="020B0604020202020204" pitchFamily="34" charset="0"/>
              </a:rPr>
              <a:t>hibernateSession.createQuery</a:t>
            </a:r>
            <a:r>
              <a:rPr lang="en-US" sz="1600" dirty="0">
                <a:latin typeface="Arial" panose="020B0604020202020204" pitchFamily="34" charset="0"/>
                <a:cs typeface="Arial" panose="020B0604020202020204" pitchFamily="34" charset="0"/>
              </a:rPr>
              <a:t>(query</a:t>
            </a:r>
            <a:r>
              <a:rPr sz="1600" dirty="0">
                <a:latin typeface="Arial" panose="020B0604020202020204" pitchFamily="34" charset="0"/>
                <a:cs typeface="Arial" panose="020B0604020202020204" pitchFamily="34" charset="0"/>
              </a:rPr>
              <a:t>);</a:t>
            </a:r>
          </a:p>
          <a:p>
            <a:pPr marL="86360">
              <a:lnSpc>
                <a:spcPct val="100000"/>
              </a:lnSpc>
            </a:pPr>
            <a:r>
              <a:rPr sz="1600" dirty="0">
                <a:latin typeface="Arial" panose="020B0604020202020204" pitchFamily="34" charset="0"/>
                <a:cs typeface="Arial" panose="020B0604020202020204" pitchFamily="34" charset="0"/>
              </a:rPr>
              <a:t>myQuery.setString("name", “John");</a:t>
            </a:r>
          </a:p>
          <a:p>
            <a:pPr marL="86360">
              <a:lnSpc>
                <a:spcPct val="100000"/>
              </a:lnSpc>
            </a:pPr>
            <a:r>
              <a:rPr sz="1600" dirty="0">
                <a:latin typeface="Arial" panose="020B0604020202020204" pitchFamily="34" charset="0"/>
                <a:cs typeface="Arial" panose="020B0604020202020204" pitchFamily="34" charset="0"/>
              </a:rPr>
              <a:t>Iterator employees = myQuery.iterate();</a:t>
            </a:r>
          </a:p>
        </p:txBody>
      </p:sp>
      <p:sp>
        <p:nvSpPr>
          <p:cNvPr id="7" name="object 6">
            <a:extLst>
              <a:ext uri="{FF2B5EF4-FFF2-40B4-BE49-F238E27FC236}">
                <a16:creationId xmlns:a16="http://schemas.microsoft.com/office/drawing/2014/main" id="{83ECEF40-8BA7-7E8C-7A05-8D1DDE75D4E9}"/>
              </a:ext>
            </a:extLst>
          </p:cNvPr>
          <p:cNvSpPr txBox="1"/>
          <p:nvPr/>
        </p:nvSpPr>
        <p:spPr>
          <a:xfrm>
            <a:off x="1488488" y="5283622"/>
            <a:ext cx="8381999" cy="1054135"/>
          </a:xfrm>
          <a:prstGeom prst="rect">
            <a:avLst/>
          </a:prstGeom>
          <a:solidFill>
            <a:schemeClr val="accent4">
              <a:lumMod val="20000"/>
              <a:lumOff val="80000"/>
            </a:schemeClr>
          </a:solidFill>
          <a:ln w="9144">
            <a:solidFill>
              <a:srgbClr val="000000"/>
            </a:solidFill>
          </a:ln>
        </p:spPr>
        <p:txBody>
          <a:bodyPr vert="horz" wrap="square" lIns="0" tIns="0" rIns="0" bIns="0" rtlCol="0">
            <a:spAutoFit/>
          </a:bodyPr>
          <a:lstStyle/>
          <a:p>
            <a:pPr marL="86360">
              <a:lnSpc>
                <a:spcPts val="2145"/>
              </a:lnSpc>
            </a:pPr>
            <a:r>
              <a:rPr lang="en-US" sz="1600" dirty="0">
                <a:latin typeface="Arial" panose="020B0604020202020204" pitchFamily="34" charset="0"/>
                <a:cs typeface="Arial" panose="020B0604020202020204" pitchFamily="34" charset="0"/>
              </a:rPr>
              <a:t>String query="from Student as emp where </a:t>
            </a:r>
            <a:r>
              <a:rPr lang="en-US" sz="1600" dirty="0" err="1">
                <a:latin typeface="Arial" panose="020B0604020202020204" pitchFamily="34" charset="0"/>
                <a:cs typeface="Arial" panose="020B0604020202020204" pitchFamily="34" charset="0"/>
              </a:rPr>
              <a:t>emp.firstName</a:t>
            </a:r>
            <a:r>
              <a:rPr lang="en-US" sz="1600" dirty="0">
                <a:latin typeface="Arial" panose="020B0604020202020204" pitchFamily="34" charset="0"/>
                <a:cs typeface="Arial" panose="020B0604020202020204" pitchFamily="34" charset="0"/>
              </a:rPr>
              <a:t> = ?";</a:t>
            </a:r>
          </a:p>
          <a:p>
            <a:pPr marL="86360">
              <a:lnSpc>
                <a:spcPts val="2145"/>
              </a:lnSpc>
            </a:pPr>
            <a:r>
              <a:rPr sz="1600" dirty="0">
                <a:latin typeface="Arial" panose="020B0604020202020204" pitchFamily="34" charset="0"/>
                <a:cs typeface="Arial" panose="020B0604020202020204" pitchFamily="34" charset="0"/>
              </a:rPr>
              <a:t>Query myQuery = </a:t>
            </a:r>
            <a:r>
              <a:rPr sz="1600" dirty="0" err="1">
                <a:latin typeface="Arial" panose="020B0604020202020204" pitchFamily="34" charset="0"/>
                <a:cs typeface="Arial" panose="020B0604020202020204" pitchFamily="34" charset="0"/>
              </a:rPr>
              <a:t>hibernateSession.createQuery</a:t>
            </a:r>
            <a:r>
              <a:rPr lang="en-US" sz="1600" dirty="0">
                <a:latin typeface="Arial" panose="020B0604020202020204" pitchFamily="34" charset="0"/>
                <a:cs typeface="Arial" panose="020B0604020202020204" pitchFamily="34" charset="0"/>
              </a:rPr>
              <a:t>(query</a:t>
            </a:r>
            <a:r>
              <a:rPr sz="1600" dirty="0">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a:p>
            <a:pPr marL="86360">
              <a:lnSpc>
                <a:spcPts val="2145"/>
              </a:lnSpc>
            </a:pPr>
            <a:r>
              <a:rPr sz="1600" dirty="0" err="1">
                <a:latin typeface="Arial" panose="020B0604020202020204" pitchFamily="34" charset="0"/>
                <a:cs typeface="Arial" panose="020B0604020202020204" pitchFamily="34" charset="0"/>
              </a:rPr>
              <a:t>myQuery.setString</a:t>
            </a:r>
            <a:r>
              <a:rPr sz="1600" dirty="0">
                <a:latin typeface="Arial" panose="020B0604020202020204" pitchFamily="34" charset="0"/>
                <a:cs typeface="Arial" panose="020B0604020202020204" pitchFamily="34" charset="0"/>
              </a:rPr>
              <a:t>(0, “John");</a:t>
            </a:r>
          </a:p>
          <a:p>
            <a:pPr marL="86360">
              <a:lnSpc>
                <a:spcPct val="100000"/>
              </a:lnSpc>
            </a:pPr>
            <a:r>
              <a:rPr sz="1600" dirty="0">
                <a:latin typeface="Arial" panose="020B0604020202020204" pitchFamily="34" charset="0"/>
                <a:cs typeface="Arial" panose="020B0604020202020204" pitchFamily="34" charset="0"/>
              </a:rPr>
              <a:t>Iterator employees = myQuery.iterate();</a:t>
            </a:r>
          </a:p>
        </p:txBody>
      </p:sp>
    </p:spTree>
    <p:extLst>
      <p:ext uri="{BB962C8B-B14F-4D97-AF65-F5344CB8AC3E}">
        <p14:creationId xmlns:p14="http://schemas.microsoft.com/office/powerpoint/2010/main" val="30827624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Query</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HQL</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30</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150000"/>
              </a:lnSpc>
              <a:buChar char="•"/>
            </a:pPr>
            <a:r>
              <a:rPr lang="en-US" sz="1800" dirty="0"/>
              <a:t>Paging through the query results</a:t>
            </a:r>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r>
              <a:rPr lang="en-US" sz="1800" dirty="0"/>
              <a:t>Perform HQL Query with like</a:t>
            </a:r>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p:txBody>
      </p:sp>
      <p:sp>
        <p:nvSpPr>
          <p:cNvPr id="2" name="object 5">
            <a:extLst>
              <a:ext uri="{FF2B5EF4-FFF2-40B4-BE49-F238E27FC236}">
                <a16:creationId xmlns:a16="http://schemas.microsoft.com/office/drawing/2014/main" id="{E598257B-53B0-DEEC-A400-1AA1CEB1E25F}"/>
              </a:ext>
            </a:extLst>
          </p:cNvPr>
          <p:cNvSpPr txBox="1"/>
          <p:nvPr/>
        </p:nvSpPr>
        <p:spPr>
          <a:xfrm>
            <a:off x="1488489" y="2187484"/>
            <a:ext cx="8382000" cy="1474763"/>
          </a:xfrm>
          <a:prstGeom prst="rect">
            <a:avLst/>
          </a:prstGeom>
          <a:solidFill>
            <a:schemeClr val="accent4">
              <a:lumMod val="20000"/>
              <a:lumOff val="80000"/>
            </a:schemeClr>
          </a:solidFill>
          <a:ln w="9144">
            <a:solidFill>
              <a:srgbClr val="000000"/>
            </a:solidFill>
          </a:ln>
        </p:spPr>
        <p:txBody>
          <a:bodyPr vert="horz" wrap="square" lIns="0" tIns="88900" rIns="0" bIns="0" rtlCol="0">
            <a:spAutoFit/>
          </a:bodyPr>
          <a:lstStyle/>
          <a:p>
            <a:r>
              <a:rPr lang="en-US" dirty="0">
                <a:latin typeface="Arial" panose="020B0604020202020204" pitchFamily="34" charset="0"/>
                <a:cs typeface="Arial" panose="020B0604020202020204" pitchFamily="34" charset="0"/>
              </a:rPr>
              <a:t>String query="from Employee“;</a:t>
            </a:r>
          </a:p>
          <a:p>
            <a:r>
              <a:rPr lang="en-US" dirty="0">
                <a:latin typeface="Arial" panose="020B0604020202020204" pitchFamily="34" charset="0"/>
                <a:cs typeface="Arial" panose="020B0604020202020204" pitchFamily="34" charset="0"/>
              </a:rPr>
              <a:t>Query </a:t>
            </a:r>
            <a:r>
              <a:rPr lang="en-US" dirty="0" err="1">
                <a:latin typeface="Arial" panose="020B0604020202020204" pitchFamily="34" charset="0"/>
                <a:cs typeface="Arial" panose="020B0604020202020204" pitchFamily="34" charset="0"/>
              </a:rPr>
              <a:t>query</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session.createQuery</a:t>
            </a:r>
            <a:r>
              <a:rPr lang="en-US" dirty="0">
                <a:latin typeface="Arial" panose="020B0604020202020204" pitchFamily="34" charset="0"/>
                <a:cs typeface="Arial" panose="020B0604020202020204" pitchFamily="34" charset="0"/>
              </a:rPr>
              <a:t>(query);  </a:t>
            </a:r>
          </a:p>
          <a:p>
            <a:r>
              <a:rPr lang="en-US" dirty="0" err="1">
                <a:latin typeface="Arial" panose="020B0604020202020204" pitchFamily="34" charset="0"/>
                <a:cs typeface="Arial" panose="020B0604020202020204" pitchFamily="34" charset="0"/>
              </a:rPr>
              <a:t>query.setFirstResult</a:t>
            </a:r>
            <a:r>
              <a:rPr lang="en-US" dirty="0">
                <a:latin typeface="Arial" panose="020B0604020202020204" pitchFamily="34" charset="0"/>
                <a:cs typeface="Arial" panose="020B0604020202020204" pitchFamily="34" charset="0"/>
              </a:rPr>
              <a:t>(4);// Starting row  </a:t>
            </a:r>
            <a:r>
              <a:rPr lang="en-US" dirty="0" err="1">
                <a:latin typeface="Arial" panose="020B0604020202020204" pitchFamily="34" charset="0"/>
                <a:cs typeface="Arial" panose="020B0604020202020204" pitchFamily="34" charset="0"/>
              </a:rPr>
              <a:t>query.setMaxResults</a:t>
            </a:r>
            <a:r>
              <a:rPr lang="en-US" dirty="0">
                <a:latin typeface="Arial" panose="020B0604020202020204" pitchFamily="34" charset="0"/>
                <a:cs typeface="Arial" panose="020B0604020202020204" pitchFamily="34" charset="0"/>
              </a:rPr>
              <a:t>(3);	</a:t>
            </a:r>
          </a:p>
          <a:p>
            <a:r>
              <a:rPr lang="en-US" dirty="0">
                <a:latin typeface="Arial" panose="020B0604020202020204" pitchFamily="34" charset="0"/>
                <a:cs typeface="Arial" panose="020B0604020202020204" pitchFamily="34" charset="0"/>
              </a:rPr>
              <a:t>// Size of each page  </a:t>
            </a:r>
          </a:p>
          <a:p>
            <a:r>
              <a:rPr lang="en-US" dirty="0">
                <a:latin typeface="Arial" panose="020B0604020202020204" pitchFamily="34" charset="0"/>
                <a:cs typeface="Arial" panose="020B0604020202020204" pitchFamily="34" charset="0"/>
              </a:rPr>
              <a:t>List&lt;Employee&gt; </a:t>
            </a:r>
            <a:r>
              <a:rPr lang="en-US" dirty="0" err="1">
                <a:latin typeface="Arial" panose="020B0604020202020204" pitchFamily="34" charset="0"/>
                <a:cs typeface="Arial" panose="020B0604020202020204" pitchFamily="34" charset="0"/>
              </a:rPr>
              <a:t>employeeList</a:t>
            </a:r>
            <a:r>
              <a:rPr lang="en-US" dirty="0">
                <a:latin typeface="Arial" panose="020B0604020202020204" pitchFamily="34" charset="0"/>
                <a:cs typeface="Arial" panose="020B0604020202020204" pitchFamily="34" charset="0"/>
              </a:rPr>
              <a:t> = (List&lt;Employee&gt;) </a:t>
            </a:r>
            <a:r>
              <a:rPr lang="en-US" dirty="0" err="1">
                <a:latin typeface="Arial" panose="020B0604020202020204" pitchFamily="34" charset="0"/>
                <a:cs typeface="Arial" panose="020B0604020202020204" pitchFamily="34" charset="0"/>
              </a:rPr>
              <a:t>query.list</a:t>
            </a:r>
            <a:r>
              <a:rPr lang="en-US" dirty="0">
                <a:latin typeface="Arial" panose="020B0604020202020204" pitchFamily="34" charset="0"/>
                <a:cs typeface="Arial" panose="020B0604020202020204" pitchFamily="34" charset="0"/>
              </a:rPr>
              <a:t>();</a:t>
            </a:r>
          </a:p>
        </p:txBody>
      </p:sp>
      <p:sp>
        <p:nvSpPr>
          <p:cNvPr id="7" name="object 6">
            <a:extLst>
              <a:ext uri="{FF2B5EF4-FFF2-40B4-BE49-F238E27FC236}">
                <a16:creationId xmlns:a16="http://schemas.microsoft.com/office/drawing/2014/main" id="{83ECEF40-8BA7-7E8C-7A05-8D1DDE75D4E9}"/>
              </a:ext>
            </a:extLst>
          </p:cNvPr>
          <p:cNvSpPr txBox="1"/>
          <p:nvPr/>
        </p:nvSpPr>
        <p:spPr>
          <a:xfrm>
            <a:off x="1488488" y="4559229"/>
            <a:ext cx="8381999" cy="830997"/>
          </a:xfrm>
          <a:prstGeom prst="rect">
            <a:avLst/>
          </a:prstGeom>
          <a:solidFill>
            <a:schemeClr val="accent4">
              <a:lumMod val="20000"/>
              <a:lumOff val="80000"/>
            </a:schemeClr>
          </a:solidFill>
          <a:ln w="9144">
            <a:solidFill>
              <a:srgbClr val="000000"/>
            </a:solidFill>
          </a:ln>
        </p:spPr>
        <p:txBody>
          <a:bodyPr vert="horz" wrap="square" lIns="0" tIns="0" rIns="0" bIns="0" rtlCol="0">
            <a:spAutoFit/>
          </a:bodyPr>
          <a:lstStyle/>
          <a:p>
            <a:r>
              <a:rPr lang="en-US" dirty="0">
                <a:latin typeface="Arial" panose="020B0604020202020204" pitchFamily="34" charset="0"/>
                <a:cs typeface="Arial" panose="020B0604020202020204" pitchFamily="34" charset="0"/>
              </a:rPr>
              <a:t>String </a:t>
            </a:r>
            <a:r>
              <a:rPr lang="en-US" dirty="0" err="1">
                <a:latin typeface="Arial" panose="020B0604020202020204" pitchFamily="34" charset="0"/>
                <a:cs typeface="Arial" panose="020B0604020202020204" pitchFamily="34" charset="0"/>
              </a:rPr>
              <a:t>hql</a:t>
            </a:r>
            <a:r>
              <a:rPr lang="en-US" dirty="0">
                <a:latin typeface="Arial" panose="020B0604020202020204" pitchFamily="34" charset="0"/>
                <a:cs typeface="Arial" panose="020B0604020202020204" pitchFamily="34" charset="0"/>
              </a:rPr>
              <a:t> = "from Employee where designation like '%s'";  </a:t>
            </a:r>
          </a:p>
          <a:p>
            <a:r>
              <a:rPr lang="en-US" dirty="0">
                <a:latin typeface="Arial" panose="020B0604020202020204" pitchFamily="34" charset="0"/>
                <a:cs typeface="Arial" panose="020B0604020202020204" pitchFamily="34" charset="0"/>
              </a:rPr>
              <a:t>Query </a:t>
            </a:r>
            <a:r>
              <a:rPr lang="en-US" dirty="0" err="1">
                <a:latin typeface="Arial" panose="020B0604020202020204" pitchFamily="34" charset="0"/>
                <a:cs typeface="Arial" panose="020B0604020202020204" pitchFamily="34" charset="0"/>
              </a:rPr>
              <a:t>query</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session.createQuery</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hql</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List&lt;Employee&gt; </a:t>
            </a:r>
            <a:r>
              <a:rPr lang="en-US" dirty="0" err="1">
                <a:latin typeface="Arial" panose="020B0604020202020204" pitchFamily="34" charset="0"/>
                <a:cs typeface="Arial" panose="020B0604020202020204" pitchFamily="34" charset="0"/>
              </a:rPr>
              <a:t>employeeList</a:t>
            </a:r>
            <a:r>
              <a:rPr lang="en-US" dirty="0">
                <a:latin typeface="Arial" panose="020B0604020202020204" pitchFamily="34" charset="0"/>
                <a:cs typeface="Arial" panose="020B0604020202020204" pitchFamily="34" charset="0"/>
              </a:rPr>
              <a:t> = (List&lt;Employee&gt;) </a:t>
            </a:r>
            <a:r>
              <a:rPr lang="en-US" dirty="0" err="1">
                <a:latin typeface="Arial" panose="020B0604020202020204" pitchFamily="34" charset="0"/>
                <a:cs typeface="Arial" panose="020B0604020202020204" pitchFamily="34" charset="0"/>
              </a:rPr>
              <a:t>query.list</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9029052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Query</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Criteria Queries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31</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a:xfrm>
            <a:off x="982661" y="1449388"/>
            <a:ext cx="10922001" cy="4762715"/>
          </a:xfrm>
        </p:spPr>
        <p:txBody>
          <a:bodyPr/>
          <a:lstStyle/>
          <a:p>
            <a:pPr marL="285750" indent="-285750" algn="just">
              <a:lnSpc>
                <a:spcPct val="150000"/>
              </a:lnSpc>
              <a:buChar char="•"/>
            </a:pPr>
            <a:r>
              <a:rPr lang="en-US" sz="1600" b="0" dirty="0"/>
              <a:t>With Criteria Query API you can build nested, structured query  expressions in Java, providing a compile-time syntax-checking that is  not possible with a query language like HQL or SQL</a:t>
            </a:r>
          </a:p>
          <a:p>
            <a:pPr marL="285750" indent="-285750" algn="just">
              <a:lnSpc>
                <a:spcPct val="150000"/>
              </a:lnSpc>
              <a:buChar char="•"/>
            </a:pPr>
            <a:endParaRPr lang="en-US" sz="1600" b="0" dirty="0"/>
          </a:p>
          <a:p>
            <a:pPr marL="285750" indent="-285750" algn="just">
              <a:lnSpc>
                <a:spcPct val="150000"/>
              </a:lnSpc>
              <a:buChar char="•"/>
            </a:pPr>
            <a:endParaRPr lang="en-US" sz="1600" b="0" dirty="0"/>
          </a:p>
          <a:p>
            <a:pPr marL="285750" indent="-285750" algn="just">
              <a:lnSpc>
                <a:spcPct val="150000"/>
              </a:lnSpc>
              <a:buChar char="•"/>
            </a:pPr>
            <a:endParaRPr lang="en-US" sz="1600" b="0" dirty="0"/>
          </a:p>
          <a:p>
            <a:pPr marL="285750" indent="-285750" algn="just">
              <a:lnSpc>
                <a:spcPct val="150000"/>
              </a:lnSpc>
              <a:buChar char="•"/>
            </a:pPr>
            <a:endParaRPr lang="en-US" sz="1600" b="0" dirty="0"/>
          </a:p>
          <a:p>
            <a:pPr marL="285750" indent="-285750" algn="just">
              <a:lnSpc>
                <a:spcPct val="150000"/>
              </a:lnSpc>
              <a:buChar char="•"/>
            </a:pPr>
            <a:r>
              <a:rPr lang="en-US" sz="1600" b="0" dirty="0"/>
              <a:t>Restrictions are also useful for doing math comparisons:</a:t>
            </a:r>
          </a:p>
          <a:p>
            <a:pPr marL="285750" indent="-285750" algn="just">
              <a:lnSpc>
                <a:spcPct val="150000"/>
              </a:lnSpc>
              <a:buChar char="•"/>
            </a:pPr>
            <a:r>
              <a:rPr lang="en-US" sz="1600" b="0" dirty="0"/>
              <a:t>greater-than comparison is </a:t>
            </a:r>
            <a:r>
              <a:rPr lang="en-US" sz="1600" b="0" dirty="0" err="1"/>
              <a:t>gt</a:t>
            </a:r>
            <a:r>
              <a:rPr lang="en-US" sz="1600" b="0" dirty="0"/>
              <a:t>()</a:t>
            </a:r>
          </a:p>
          <a:p>
            <a:pPr marL="285750" indent="-285750" algn="just">
              <a:lnSpc>
                <a:spcPct val="150000"/>
              </a:lnSpc>
              <a:buChar char="•"/>
            </a:pPr>
            <a:r>
              <a:rPr lang="en-US" sz="1600" b="0" dirty="0"/>
              <a:t>greater-than-or-equal-to comparison is </a:t>
            </a:r>
            <a:r>
              <a:rPr lang="en-US" sz="1600" b="0" dirty="0" err="1"/>
              <a:t>ge</a:t>
            </a:r>
            <a:r>
              <a:rPr lang="en-US" sz="1600" b="0" dirty="0"/>
              <a:t>()</a:t>
            </a:r>
          </a:p>
          <a:p>
            <a:pPr marL="285750" indent="-285750" algn="just">
              <a:lnSpc>
                <a:spcPct val="150000"/>
              </a:lnSpc>
              <a:buChar char="•"/>
            </a:pPr>
            <a:r>
              <a:rPr lang="en-US" sz="1600" b="0" dirty="0"/>
              <a:t>less-than comparison is </a:t>
            </a:r>
            <a:r>
              <a:rPr lang="en-US" sz="1600" b="0" dirty="0" err="1"/>
              <a:t>lt</a:t>
            </a:r>
            <a:r>
              <a:rPr lang="en-US" sz="1600" b="0" dirty="0"/>
              <a:t>()</a:t>
            </a:r>
          </a:p>
          <a:p>
            <a:pPr marL="285750" indent="-285750" algn="just">
              <a:lnSpc>
                <a:spcPct val="150000"/>
              </a:lnSpc>
              <a:buChar char="•"/>
            </a:pPr>
            <a:r>
              <a:rPr lang="en-US" sz="1600" b="0" dirty="0"/>
              <a:t>less-than-or-equal-to comparison is le</a:t>
            </a:r>
            <a:r>
              <a:rPr lang="en-US" sz="1600" b="0" dirty="0" smtClean="0"/>
              <a:t>()</a:t>
            </a:r>
          </a:p>
          <a:p>
            <a:pPr algn="just">
              <a:lnSpc>
                <a:spcPct val="150000"/>
              </a:lnSpc>
            </a:pPr>
            <a:endParaRPr lang="en-US" sz="1600" dirty="0"/>
          </a:p>
        </p:txBody>
      </p:sp>
      <p:sp>
        <p:nvSpPr>
          <p:cNvPr id="8" name="object 5">
            <a:extLst>
              <a:ext uri="{FF2B5EF4-FFF2-40B4-BE49-F238E27FC236}">
                <a16:creationId xmlns:a16="http://schemas.microsoft.com/office/drawing/2014/main" id="{8012FD2C-C88B-0E2C-A300-D27ABDFFB21C}"/>
              </a:ext>
            </a:extLst>
          </p:cNvPr>
          <p:cNvSpPr txBox="1"/>
          <p:nvPr/>
        </p:nvSpPr>
        <p:spPr>
          <a:xfrm>
            <a:off x="1462568" y="2548741"/>
            <a:ext cx="7124330" cy="1100301"/>
          </a:xfrm>
          <a:prstGeom prst="rect">
            <a:avLst/>
          </a:prstGeom>
          <a:solidFill>
            <a:schemeClr val="accent5">
              <a:lumMod val="20000"/>
              <a:lumOff val="80000"/>
            </a:schemeClr>
          </a:solidFill>
          <a:ln w="9144">
            <a:solidFill>
              <a:schemeClr val="tx1"/>
            </a:solidFill>
          </a:ln>
        </p:spPr>
        <p:txBody>
          <a:bodyPr vert="horz" wrap="square" lIns="0" tIns="88900" rIns="0" bIns="0" rtlCol="0">
            <a:spAutoFit/>
          </a:bodyPr>
          <a:lstStyle>
            <a:defPPr>
              <a:defRPr lang="en-US"/>
            </a:defPPr>
            <a:lvl1pPr marL="86360">
              <a:lnSpc>
                <a:spcPct val="100000"/>
              </a:lnSpc>
              <a:spcBef>
                <a:spcPts val="700"/>
              </a:spcBef>
              <a:defRPr sz="1500"/>
            </a:lvl1pPr>
          </a:lstStyle>
          <a:p>
            <a:r>
              <a:rPr sz="1800" dirty="0">
                <a:latin typeface="Arial" panose="020B0604020202020204" pitchFamily="34" charset="0"/>
                <a:cs typeface="Arial" panose="020B0604020202020204" pitchFamily="34" charset="0"/>
              </a:rPr>
              <a:t>Criteria crit = </a:t>
            </a:r>
            <a:r>
              <a:rPr sz="1800" dirty="0" err="1">
                <a:latin typeface="Arial" panose="020B0604020202020204" pitchFamily="34" charset="0"/>
                <a:cs typeface="Arial" panose="020B0604020202020204" pitchFamily="34" charset="0"/>
              </a:rPr>
              <a:t>session.createCriteria</a:t>
            </a:r>
            <a:r>
              <a:rPr sz="1800" dirty="0">
                <a:latin typeface="Arial" panose="020B0604020202020204" pitchFamily="34" charset="0"/>
                <a:cs typeface="Arial" panose="020B0604020202020204" pitchFamily="34" charset="0"/>
              </a:rPr>
              <a:t>(</a:t>
            </a:r>
            <a:r>
              <a:rPr lang="en-US" sz="1800" dirty="0" err="1">
                <a:latin typeface="Arial" panose="020B0604020202020204" pitchFamily="34" charset="0"/>
                <a:cs typeface="Arial" panose="020B0604020202020204" pitchFamily="34" charset="0"/>
              </a:rPr>
              <a:t>Employee</a:t>
            </a:r>
            <a:r>
              <a:rPr sz="1800" dirty="0" err="1">
                <a:latin typeface="Arial" panose="020B0604020202020204" pitchFamily="34" charset="0"/>
                <a:cs typeface="Arial" panose="020B0604020202020204" pitchFamily="34" charset="0"/>
              </a:rPr>
              <a:t>.class</a:t>
            </a:r>
            <a:r>
              <a:rPr sz="1800" dirty="0">
                <a:latin typeface="Arial" panose="020B0604020202020204" pitchFamily="34" charset="0"/>
                <a:cs typeface="Arial" panose="020B0604020202020204" pitchFamily="34" charset="0"/>
              </a:rPr>
              <a:t>);</a:t>
            </a:r>
          </a:p>
          <a:p>
            <a:r>
              <a:rPr sz="1800" dirty="0">
                <a:latin typeface="Arial" panose="020B0604020202020204" pitchFamily="34" charset="0"/>
                <a:cs typeface="Arial" panose="020B0604020202020204" pitchFamily="34" charset="0"/>
              </a:rPr>
              <a:t>crit.add(Restrictions</a:t>
            </a:r>
            <a:r>
              <a:rPr lang="en-US" sz="1800" dirty="0">
                <a:latin typeface="Arial" panose="020B0604020202020204" pitchFamily="34" charset="0"/>
                <a:cs typeface="Arial" panose="020B0604020202020204" pitchFamily="34" charset="0"/>
              </a:rPr>
              <a:t>.ge</a:t>
            </a:r>
            <a:r>
              <a:rPr sz="1800" dirty="0">
                <a:latin typeface="Arial" panose="020B0604020202020204" pitchFamily="34" charset="0"/>
                <a:cs typeface="Arial" panose="020B0604020202020204" pitchFamily="34" charset="0"/>
              </a:rPr>
              <a:t>("</a:t>
            </a:r>
            <a:r>
              <a:rPr lang="en-US" sz="1800" dirty="0">
                <a:latin typeface="Arial" panose="020B0604020202020204" pitchFamily="34" charset="0"/>
                <a:cs typeface="Arial" panose="020B0604020202020204" pitchFamily="34" charset="0"/>
              </a:rPr>
              <a:t>salary</a:t>
            </a:r>
            <a:r>
              <a:rPr sz="180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25000”))</a:t>
            </a:r>
          </a:p>
          <a:p>
            <a:r>
              <a:rPr lang="en-US" sz="1800" dirty="0">
                <a:latin typeface="Arial" panose="020B0604020202020204" pitchFamily="34" charset="0"/>
                <a:cs typeface="Arial" panose="020B0604020202020204" pitchFamily="34" charset="0"/>
              </a:rPr>
              <a:t>List&lt;Employee&gt; </a:t>
            </a:r>
            <a:r>
              <a:rPr lang="en-US" sz="1800" dirty="0" err="1">
                <a:latin typeface="Arial" panose="020B0604020202020204" pitchFamily="34" charset="0"/>
                <a:cs typeface="Arial" panose="020B0604020202020204" pitchFamily="34" charset="0"/>
              </a:rPr>
              <a:t>employeeList</a:t>
            </a:r>
            <a:r>
              <a:rPr sz="1800" dirty="0">
                <a:latin typeface="Arial" panose="020B0604020202020204" pitchFamily="34" charset="0"/>
                <a:cs typeface="Arial" panose="020B0604020202020204" pitchFamily="34" charset="0"/>
              </a:rPr>
              <a:t> = (List&lt;</a:t>
            </a:r>
            <a:r>
              <a:rPr lang="en-US" sz="1800" dirty="0">
                <a:latin typeface="Arial" panose="020B0604020202020204" pitchFamily="34" charset="0"/>
                <a:cs typeface="Arial" panose="020B0604020202020204" pitchFamily="34" charset="0"/>
              </a:rPr>
              <a:t>Employee</a:t>
            </a:r>
            <a:r>
              <a:rPr sz="1800" dirty="0">
                <a:latin typeface="Arial" panose="020B0604020202020204" pitchFamily="34" charset="0"/>
                <a:cs typeface="Arial" panose="020B0604020202020204" pitchFamily="34" charset="0"/>
              </a:rPr>
              <a:t>&gt;) crit.list();</a:t>
            </a:r>
          </a:p>
        </p:txBody>
      </p:sp>
    </p:spTree>
    <p:extLst>
      <p:ext uri="{BB962C8B-B14F-4D97-AF65-F5344CB8AC3E}">
        <p14:creationId xmlns:p14="http://schemas.microsoft.com/office/powerpoint/2010/main" val="535988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Hibernate Query</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Native SQL</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32</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a:xfrm>
            <a:off x="982661" y="1449388"/>
            <a:ext cx="10922001" cy="4762715"/>
          </a:xfrm>
        </p:spPr>
        <p:txBody>
          <a:bodyPr/>
          <a:lstStyle/>
          <a:p>
            <a:pPr marL="285750" indent="-285750" algn="just">
              <a:lnSpc>
                <a:spcPct val="150000"/>
              </a:lnSpc>
              <a:buChar char="•"/>
            </a:pPr>
            <a:r>
              <a:rPr lang="en-US" sz="1800" b="0" dirty="0"/>
              <a:t>To use features that are specific to a  particular database then choose Native SQL</a:t>
            </a:r>
          </a:p>
          <a:p>
            <a:pPr marL="285750" indent="-285750" algn="just">
              <a:lnSpc>
                <a:spcPct val="150000"/>
              </a:lnSpc>
              <a:buChar char="•"/>
            </a:pPr>
            <a:r>
              <a:rPr lang="en-US" sz="1800" b="0" dirty="0"/>
              <a:t>To create a native SQL query from the session with the </a:t>
            </a:r>
            <a:r>
              <a:rPr lang="en-US" sz="1800" b="0" dirty="0" err="1"/>
              <a:t>createSQLQuery</a:t>
            </a:r>
            <a:r>
              <a:rPr lang="en-US" sz="1800" b="0" dirty="0"/>
              <a:t>() method on the Session interface</a:t>
            </a:r>
          </a:p>
          <a:p>
            <a:pPr marL="285750" indent="-285750" algn="just">
              <a:lnSpc>
                <a:spcPct val="150000"/>
              </a:lnSpc>
              <a:buChar char="•"/>
            </a:pPr>
            <a:endParaRPr lang="en-US" sz="1800" b="0" dirty="0"/>
          </a:p>
          <a:p>
            <a:pPr marL="285750" indent="-285750" algn="just">
              <a:lnSpc>
                <a:spcPct val="150000"/>
              </a:lnSpc>
              <a:buChar char="•"/>
            </a:pPr>
            <a:endParaRPr lang="en-US" sz="1800" dirty="0"/>
          </a:p>
        </p:txBody>
      </p:sp>
      <p:sp>
        <p:nvSpPr>
          <p:cNvPr id="2" name="object 4">
            <a:extLst>
              <a:ext uri="{FF2B5EF4-FFF2-40B4-BE49-F238E27FC236}">
                <a16:creationId xmlns:a16="http://schemas.microsoft.com/office/drawing/2014/main" id="{40E921A3-B17E-3AB3-45F1-6827449355A9}"/>
              </a:ext>
            </a:extLst>
          </p:cNvPr>
          <p:cNvSpPr txBox="1"/>
          <p:nvPr/>
        </p:nvSpPr>
        <p:spPr>
          <a:xfrm>
            <a:off x="1459704" y="3109368"/>
            <a:ext cx="8776826" cy="1467068"/>
          </a:xfrm>
          <a:prstGeom prst="rect">
            <a:avLst/>
          </a:prstGeom>
          <a:solidFill>
            <a:schemeClr val="accent5">
              <a:lumMod val="20000"/>
              <a:lumOff val="80000"/>
            </a:schemeClr>
          </a:solidFill>
          <a:ln w="9144">
            <a:solidFill>
              <a:schemeClr val="tx1"/>
            </a:solidFill>
          </a:ln>
        </p:spPr>
        <p:txBody>
          <a:bodyPr vert="horz" wrap="square" lIns="0" tIns="88900" rIns="0" bIns="0" rtlCol="0">
            <a:spAutoFit/>
          </a:bodyPr>
          <a:lstStyle>
            <a:defPPr>
              <a:defRPr lang="en-US"/>
            </a:defPPr>
            <a:lvl1pPr marL="86360">
              <a:lnSpc>
                <a:spcPct val="100000"/>
              </a:lnSpc>
              <a:spcBef>
                <a:spcPts val="700"/>
              </a:spcBef>
              <a:defRPr sz="1500"/>
            </a:lvl1pPr>
          </a:lstStyle>
          <a:p>
            <a:r>
              <a:rPr sz="1800" dirty="0">
                <a:latin typeface="Arial" panose="020B0604020202020204" pitchFamily="34" charset="0"/>
                <a:cs typeface="Arial" panose="020B0604020202020204" pitchFamily="34" charset="0"/>
              </a:rPr>
              <a:t>String sql = "select </a:t>
            </a:r>
            <a:r>
              <a:rPr lang="en-US" sz="1800" dirty="0">
                <a:latin typeface="Arial" panose="020B0604020202020204" pitchFamily="34" charset="0"/>
                <a:cs typeface="Arial" panose="020B0604020202020204" pitchFamily="34" charset="0"/>
              </a:rPr>
              <a:t>*</a:t>
            </a:r>
            <a:r>
              <a:rPr sz="1800" dirty="0">
                <a:latin typeface="Arial" panose="020B0604020202020204" pitchFamily="34" charset="0"/>
                <a:cs typeface="Arial" panose="020B0604020202020204" pitchFamily="34" charset="0"/>
              </a:rPr>
              <a:t> from </a:t>
            </a:r>
            <a:r>
              <a:rPr lang="en-US" sz="1800" dirty="0">
                <a:latin typeface="Arial" panose="020B0604020202020204" pitchFamily="34" charset="0"/>
                <a:cs typeface="Arial" panose="020B0604020202020204" pitchFamily="34" charset="0"/>
              </a:rPr>
              <a:t>Employee</a:t>
            </a:r>
            <a:r>
              <a:rPr sz="1800" dirty="0">
                <a:latin typeface="Arial" panose="020B0604020202020204" pitchFamily="34" charset="0"/>
                <a:cs typeface="Arial" panose="020B0604020202020204" pitchFamily="34" charset="0"/>
              </a:rPr>
              <a:t>";  </a:t>
            </a:r>
            <a:endParaRPr lang="en-US" sz="1800" dirty="0">
              <a:latin typeface="Arial" panose="020B0604020202020204" pitchFamily="34" charset="0"/>
              <a:cs typeface="Arial" panose="020B0604020202020204" pitchFamily="34" charset="0"/>
            </a:endParaRPr>
          </a:p>
          <a:p>
            <a:r>
              <a:rPr sz="1800" dirty="0" err="1">
                <a:latin typeface="Arial" panose="020B0604020202020204" pitchFamily="34" charset="0"/>
                <a:cs typeface="Arial" panose="020B0604020202020204" pitchFamily="34" charset="0"/>
              </a:rPr>
              <a:t>SQLQuery</a:t>
            </a:r>
            <a:r>
              <a:rPr sz="1800" dirty="0">
                <a:latin typeface="Arial" panose="020B0604020202020204" pitchFamily="34" charset="0"/>
                <a:cs typeface="Arial" panose="020B0604020202020204" pitchFamily="34" charset="0"/>
              </a:rPr>
              <a:t> query = session.createSQLQuery(sql);  </a:t>
            </a:r>
            <a:endParaRPr lang="en-US" sz="1800" dirty="0">
              <a:latin typeface="Arial" panose="020B0604020202020204" pitchFamily="34" charset="0"/>
              <a:cs typeface="Arial" panose="020B0604020202020204" pitchFamily="34" charset="0"/>
            </a:endParaRPr>
          </a:p>
          <a:p>
            <a:r>
              <a:rPr sz="1800" dirty="0" err="1">
                <a:latin typeface="Arial" panose="020B0604020202020204" pitchFamily="34" charset="0"/>
                <a:cs typeface="Arial" panose="020B0604020202020204" pitchFamily="34" charset="0"/>
              </a:rPr>
              <a:t>query.addEntity</a:t>
            </a:r>
            <a:r>
              <a:rPr sz="1800" dirty="0">
                <a:latin typeface="Arial" panose="020B0604020202020204" pitchFamily="34" charset="0"/>
                <a:cs typeface="Arial" panose="020B0604020202020204" pitchFamily="34" charset="0"/>
              </a:rPr>
              <a:t>(</a:t>
            </a:r>
            <a:r>
              <a:rPr lang="en-US" sz="1800" dirty="0" err="1">
                <a:latin typeface="Arial" panose="020B0604020202020204" pitchFamily="34" charset="0"/>
                <a:cs typeface="Arial" panose="020B0604020202020204" pitchFamily="34" charset="0"/>
              </a:rPr>
              <a:t>Employee</a:t>
            </a:r>
            <a:r>
              <a:rPr sz="1800" dirty="0" err="1">
                <a:latin typeface="Arial" panose="020B0604020202020204" pitchFamily="34" charset="0"/>
                <a:cs typeface="Arial" panose="020B0604020202020204" pitchFamily="34" charset="0"/>
              </a:rPr>
              <a:t>.class</a:t>
            </a:r>
            <a:r>
              <a:rPr sz="180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//convert each row into an object of Employee class</a:t>
            </a:r>
          </a:p>
          <a:p>
            <a:r>
              <a:rPr lang="en-US" sz="1800" dirty="0">
                <a:latin typeface="Arial" panose="020B0604020202020204" pitchFamily="34" charset="0"/>
                <a:cs typeface="Arial" panose="020B0604020202020204" pitchFamily="34" charset="0"/>
              </a:rPr>
              <a:t>List </a:t>
            </a:r>
            <a:r>
              <a:rPr lang="en-US" sz="1800" dirty="0" err="1">
                <a:latin typeface="Arial" panose="020B0604020202020204" pitchFamily="34" charset="0"/>
                <a:cs typeface="Arial" panose="020B0604020202020204" pitchFamily="34" charset="0"/>
              </a:rPr>
              <a:t>list</a:t>
            </a:r>
            <a:r>
              <a:rPr sz="1800" dirty="0">
                <a:latin typeface="Arial" panose="020B0604020202020204" pitchFamily="34" charset="0"/>
                <a:cs typeface="Arial" panose="020B0604020202020204" pitchFamily="34" charset="0"/>
              </a:rPr>
              <a:t> = query.list();</a:t>
            </a:r>
          </a:p>
        </p:txBody>
      </p:sp>
    </p:spTree>
    <p:extLst>
      <p:ext uri="{BB962C8B-B14F-4D97-AF65-F5344CB8AC3E}">
        <p14:creationId xmlns:p14="http://schemas.microsoft.com/office/powerpoint/2010/main" val="3625213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OR Mapping Annotations</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Basic Object-Relational Mapping Annotations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33</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a:xfrm>
            <a:off x="982661" y="1449388"/>
            <a:ext cx="10922001" cy="4998913"/>
          </a:xfrm>
        </p:spPr>
        <p:txBody>
          <a:bodyPr/>
          <a:lstStyle/>
          <a:p>
            <a:pPr marL="285750" indent="-285750" algn="just">
              <a:lnSpc>
                <a:spcPct val="200000"/>
              </a:lnSpc>
              <a:buChar char="•"/>
            </a:pPr>
            <a:r>
              <a:rPr lang="en-US" sz="1600" dirty="0"/>
              <a:t>Class level annotations</a:t>
            </a:r>
          </a:p>
          <a:p>
            <a:pPr marL="285750" indent="-285750" algn="just">
              <a:lnSpc>
                <a:spcPct val="200000"/>
              </a:lnSpc>
              <a:buChar char="•"/>
            </a:pPr>
            <a:r>
              <a:rPr lang="en-US" sz="1600" b="0" dirty="0"/>
              <a:t>@Entity and @Table</a:t>
            </a:r>
          </a:p>
          <a:p>
            <a:pPr marL="285750" indent="-285750" algn="just">
              <a:lnSpc>
                <a:spcPct val="200000"/>
              </a:lnSpc>
              <a:buChar char="•"/>
            </a:pPr>
            <a:r>
              <a:rPr lang="en-US" sz="1600" dirty="0"/>
              <a:t>Id field </a:t>
            </a:r>
          </a:p>
          <a:p>
            <a:pPr marL="285750" indent="-285750" algn="just">
              <a:lnSpc>
                <a:spcPct val="200000"/>
              </a:lnSpc>
              <a:buChar char="•"/>
            </a:pPr>
            <a:r>
              <a:rPr lang="en-US" sz="1600" b="0" dirty="0"/>
              <a:t>@Id and @GeneratedValue</a:t>
            </a:r>
          </a:p>
          <a:p>
            <a:pPr marL="285750" indent="-285750" algn="just">
              <a:lnSpc>
                <a:spcPct val="200000"/>
              </a:lnSpc>
              <a:buChar char="•"/>
            </a:pPr>
            <a:r>
              <a:rPr lang="en-US" sz="1600" dirty="0"/>
              <a:t>Fields of simple types </a:t>
            </a:r>
          </a:p>
          <a:p>
            <a:pPr marL="285750" indent="-285750" algn="just">
              <a:lnSpc>
                <a:spcPct val="200000"/>
              </a:lnSpc>
              <a:buChar char="•"/>
            </a:pPr>
            <a:r>
              <a:rPr lang="en-US" sz="1600" b="0" dirty="0"/>
              <a:t>@Column</a:t>
            </a:r>
          </a:p>
          <a:p>
            <a:pPr marL="285750" indent="-285750" algn="just">
              <a:lnSpc>
                <a:spcPct val="200000"/>
              </a:lnSpc>
              <a:buChar char="•"/>
            </a:pPr>
            <a:r>
              <a:rPr lang="en-US" sz="1600" dirty="0"/>
              <a:t>Fields of class types</a:t>
            </a:r>
          </a:p>
          <a:p>
            <a:pPr marL="285750" indent="-285750" algn="just">
              <a:lnSpc>
                <a:spcPct val="200000"/>
              </a:lnSpc>
              <a:buChar char="•"/>
            </a:pPr>
            <a:r>
              <a:rPr lang="en-US" sz="1600" b="0" dirty="0"/>
              <a:t>@ManyToOne, @OneToMany, @ManyToMany, and </a:t>
            </a:r>
          </a:p>
          <a:p>
            <a:pPr marL="285750" indent="-285750" algn="just">
              <a:lnSpc>
                <a:spcPct val="200000"/>
              </a:lnSpc>
              <a:buChar char="•"/>
            </a:pPr>
            <a:r>
              <a:rPr lang="en-US" sz="1600" b="0" dirty="0"/>
              <a:t>@OneToOne</a:t>
            </a:r>
          </a:p>
        </p:txBody>
      </p:sp>
      <p:graphicFrame>
        <p:nvGraphicFramePr>
          <p:cNvPr id="7" name="Table 6">
            <a:extLst>
              <a:ext uri="{FF2B5EF4-FFF2-40B4-BE49-F238E27FC236}">
                <a16:creationId xmlns:a16="http://schemas.microsoft.com/office/drawing/2014/main" id="{B46B5E78-AFB5-81ED-0ACF-E3233DA45A3F}"/>
              </a:ext>
            </a:extLst>
          </p:cNvPr>
          <p:cNvGraphicFramePr>
            <a:graphicFrameLocks noGrp="1"/>
          </p:cNvGraphicFramePr>
          <p:nvPr>
            <p:extLst>
              <p:ext uri="{D42A27DB-BD31-4B8C-83A1-F6EECF244321}">
                <p14:modId xmlns:p14="http://schemas.microsoft.com/office/powerpoint/2010/main" val="1720945105"/>
              </p:ext>
            </p:extLst>
          </p:nvPr>
        </p:nvGraphicFramePr>
        <p:xfrm>
          <a:off x="5905391" y="1439863"/>
          <a:ext cx="5753162" cy="4033772"/>
        </p:xfrm>
        <a:graphic>
          <a:graphicData uri="http://schemas.openxmlformats.org/drawingml/2006/table">
            <a:tbl>
              <a:tblPr firstRow="1" bandRow="1"/>
              <a:tblGrid>
                <a:gridCol w="2286000">
                  <a:extLst>
                    <a:ext uri="{9D8B030D-6E8A-4147-A177-3AD203B41FA5}">
                      <a16:colId xmlns:a16="http://schemas.microsoft.com/office/drawing/2014/main" val="791160878"/>
                    </a:ext>
                  </a:extLst>
                </a:gridCol>
                <a:gridCol w="3467162">
                  <a:extLst>
                    <a:ext uri="{9D8B030D-6E8A-4147-A177-3AD203B41FA5}">
                      <a16:colId xmlns:a16="http://schemas.microsoft.com/office/drawing/2014/main" val="2383907812"/>
                    </a:ext>
                  </a:extLst>
                </a:gridCol>
              </a:tblGrid>
              <a:tr h="90944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58115">
                        <a:lnSpc>
                          <a:spcPct val="100000"/>
                        </a:lnSpc>
                        <a:spcBef>
                          <a:spcPts val="250"/>
                        </a:spcBef>
                      </a:pPr>
                      <a:r>
                        <a:rPr sz="1800" b="0" kern="1200" dirty="0">
                          <a:solidFill>
                            <a:schemeClr val="tx1"/>
                          </a:solidFill>
                          <a:latin typeface="Arial" panose="020B0604020202020204" pitchFamily="34" charset="0"/>
                          <a:ea typeface="+mn-ea"/>
                          <a:cs typeface="Arial" panose="020B0604020202020204" pitchFamily="34" charset="0"/>
                        </a:rPr>
                        <a:t>Annotation</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AFE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725">
                        <a:lnSpc>
                          <a:spcPct val="100000"/>
                        </a:lnSpc>
                        <a:spcBef>
                          <a:spcPts val="250"/>
                        </a:spcBef>
                      </a:pPr>
                      <a:r>
                        <a:rPr sz="1800" b="0" kern="1200" dirty="0">
                          <a:solidFill>
                            <a:schemeClr val="tx1"/>
                          </a:solidFill>
                          <a:latin typeface="Arial" panose="020B0604020202020204" pitchFamily="34" charset="0"/>
                          <a:ea typeface="+mn-ea"/>
                          <a:cs typeface="Arial" panose="020B0604020202020204" pitchFamily="34" charset="0"/>
                        </a:rPr>
                        <a:t>Description</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AFEF"/>
                    </a:solidFill>
                  </a:tcPr>
                </a:tc>
                <a:extLst>
                  <a:ext uri="{0D108BD9-81ED-4DB2-BD59-A6C34878D82A}">
                    <a16:rowId xmlns:a16="http://schemas.microsoft.com/office/drawing/2014/main" val="895834785"/>
                  </a:ext>
                </a:extLst>
              </a:tr>
              <a:tr h="69087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090">
                        <a:lnSpc>
                          <a:spcPct val="100000"/>
                        </a:lnSpc>
                        <a:spcBef>
                          <a:spcPts val="150"/>
                        </a:spcBef>
                      </a:pPr>
                      <a:r>
                        <a:rPr sz="1800" b="0" kern="1200" dirty="0">
                          <a:solidFill>
                            <a:schemeClr val="tx1"/>
                          </a:solidFill>
                          <a:latin typeface="Arial" panose="020B0604020202020204" pitchFamily="34" charset="0"/>
                          <a:ea typeface="+mn-ea"/>
                          <a:cs typeface="Arial" panose="020B0604020202020204" pitchFamily="34" charset="0"/>
                        </a:rPr>
                        <a:t>@Entity</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AE3F8"/>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725">
                        <a:lnSpc>
                          <a:spcPct val="100000"/>
                        </a:lnSpc>
                        <a:spcBef>
                          <a:spcPts val="150"/>
                        </a:spcBef>
                      </a:pPr>
                      <a:r>
                        <a:rPr sz="1800" b="0" kern="1200" dirty="0">
                          <a:solidFill>
                            <a:schemeClr val="tx1"/>
                          </a:solidFill>
                          <a:latin typeface="Arial" panose="020B0604020202020204" pitchFamily="34" charset="0"/>
                          <a:ea typeface="+mn-ea"/>
                          <a:cs typeface="Arial" panose="020B0604020202020204" pitchFamily="34" charset="0"/>
                        </a:rPr>
                        <a:t>marks thе class as an еntity</a:t>
                      </a:r>
                      <a:endParaRPr sz="1800" b="0" kern="1200">
                        <a:solidFill>
                          <a:schemeClr val="tx1"/>
                        </a:solidFill>
                        <a:latin typeface="Arial" panose="020B0604020202020204" pitchFamily="34" charset="0"/>
                        <a:ea typeface="+mn-ea"/>
                        <a:cs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AE3F8"/>
                    </a:solidFill>
                  </a:tcPr>
                </a:tc>
                <a:extLst>
                  <a:ext uri="{0D108BD9-81ED-4DB2-BD59-A6C34878D82A}">
                    <a16:rowId xmlns:a16="http://schemas.microsoft.com/office/drawing/2014/main" val="3300397883"/>
                  </a:ext>
                </a:extLst>
              </a:tr>
              <a:tr h="90944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090">
                        <a:lnSpc>
                          <a:spcPct val="100000"/>
                        </a:lnSpc>
                        <a:spcBef>
                          <a:spcPts val="254"/>
                        </a:spcBef>
                      </a:pPr>
                      <a:r>
                        <a:rPr sz="1800" b="0" kern="1200" dirty="0">
                          <a:solidFill>
                            <a:schemeClr val="tx1"/>
                          </a:solidFill>
                          <a:latin typeface="Arial" panose="020B0604020202020204" pitchFamily="34" charset="0"/>
                          <a:ea typeface="+mn-ea"/>
                          <a:cs typeface="Arial" panose="020B0604020202020204" pitchFamily="34" charset="0"/>
                        </a:rPr>
                        <a:t>@Tablе</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FB"/>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725" marR="335280">
                        <a:lnSpc>
                          <a:spcPct val="100000"/>
                        </a:lnSpc>
                        <a:spcBef>
                          <a:spcPts val="254"/>
                        </a:spcBef>
                      </a:pPr>
                      <a:r>
                        <a:rPr sz="1800" b="0" kern="1200" dirty="0">
                          <a:solidFill>
                            <a:schemeClr val="tx1"/>
                          </a:solidFill>
                          <a:latin typeface="Arial" panose="020B0604020202020204" pitchFamily="34" charset="0"/>
                          <a:ea typeface="+mn-ea"/>
                          <a:cs typeface="Arial" panose="020B0604020202020204" pitchFamily="34" charset="0"/>
                        </a:rPr>
                        <a:t>Spеcifiеs thе tablе namе whеrе data of  thе еntity is to bе pеrsistеd.</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FB"/>
                    </a:solidFill>
                  </a:tcPr>
                </a:tc>
                <a:extLst>
                  <a:ext uri="{0D108BD9-81ED-4DB2-BD59-A6C34878D82A}">
                    <a16:rowId xmlns:a16="http://schemas.microsoft.com/office/drawing/2014/main" val="1829239737"/>
                  </a:ext>
                </a:extLst>
              </a:tr>
              <a:tr h="61468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090">
                        <a:lnSpc>
                          <a:spcPct val="100000"/>
                        </a:lnSpc>
                        <a:spcBef>
                          <a:spcPts val="254"/>
                        </a:spcBef>
                      </a:pPr>
                      <a:r>
                        <a:rPr sz="1800" b="0" kern="1200" dirty="0">
                          <a:solidFill>
                            <a:schemeClr val="tx1"/>
                          </a:solidFill>
                          <a:latin typeface="Arial" panose="020B0604020202020204" pitchFamily="34" charset="0"/>
                          <a:ea typeface="+mn-ea"/>
                          <a:cs typeface="Arial" panose="020B0604020202020204" pitchFamily="34" charset="0"/>
                        </a:rPr>
                        <a:t>@Id</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AE3F8"/>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725">
                        <a:lnSpc>
                          <a:spcPct val="100000"/>
                        </a:lnSpc>
                        <a:spcBef>
                          <a:spcPts val="254"/>
                        </a:spcBef>
                      </a:pPr>
                      <a:r>
                        <a:rPr sz="1800" b="0" kern="1200" dirty="0">
                          <a:solidFill>
                            <a:schemeClr val="tx1"/>
                          </a:solidFill>
                          <a:latin typeface="Arial" panose="020B0604020202020204" pitchFamily="34" charset="0"/>
                          <a:ea typeface="+mn-ea"/>
                          <a:cs typeface="Arial" panose="020B0604020202020204" pitchFamily="34" charset="0"/>
                        </a:rPr>
                        <a:t>Marks thе idеntifiеr of thе еntity</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AE3F8"/>
                    </a:solidFill>
                  </a:tcPr>
                </a:tc>
                <a:extLst>
                  <a:ext uri="{0D108BD9-81ED-4DB2-BD59-A6C34878D82A}">
                    <a16:rowId xmlns:a16="http://schemas.microsoft.com/office/drawing/2014/main" val="4202430391"/>
                  </a:ext>
                </a:extLst>
              </a:tr>
              <a:tr h="90931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090">
                        <a:lnSpc>
                          <a:spcPct val="100000"/>
                        </a:lnSpc>
                        <a:spcBef>
                          <a:spcPts val="254"/>
                        </a:spcBef>
                      </a:pPr>
                      <a:r>
                        <a:rPr sz="1800" b="0" kern="1200" dirty="0">
                          <a:solidFill>
                            <a:schemeClr val="tx1"/>
                          </a:solidFill>
                          <a:latin typeface="Arial" panose="020B0604020202020204" pitchFamily="34" charset="0"/>
                          <a:ea typeface="+mn-ea"/>
                          <a:cs typeface="Arial" panose="020B0604020202020204" pitchFamily="34" charset="0"/>
                        </a:rPr>
                        <a:t>@Column</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FB"/>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725">
                        <a:lnSpc>
                          <a:spcPct val="100000"/>
                        </a:lnSpc>
                        <a:spcBef>
                          <a:spcPts val="254"/>
                        </a:spcBef>
                      </a:pPr>
                      <a:r>
                        <a:rPr sz="1800" b="0" kern="1200" dirty="0">
                          <a:solidFill>
                            <a:schemeClr val="tx1"/>
                          </a:solidFill>
                          <a:latin typeface="Arial" panose="020B0604020202020204" pitchFamily="34" charset="0"/>
                          <a:ea typeface="+mn-ea"/>
                          <a:cs typeface="Arial" panose="020B0604020202020204" pitchFamily="34" charset="0"/>
                        </a:rPr>
                        <a:t>Spеcifiеs thе dеtails of column for thе</a:t>
                      </a:r>
                    </a:p>
                    <a:p>
                      <a:pPr marL="85725">
                        <a:lnSpc>
                          <a:spcPct val="100000"/>
                        </a:lnSpc>
                      </a:pPr>
                      <a:r>
                        <a:rPr sz="1800" b="0" kern="1200" dirty="0">
                          <a:solidFill>
                            <a:schemeClr val="tx1"/>
                          </a:solidFill>
                          <a:latin typeface="Arial" panose="020B0604020202020204" pitchFamily="34" charset="0"/>
                          <a:ea typeface="+mn-ea"/>
                          <a:cs typeface="Arial" panose="020B0604020202020204" pitchFamily="34" charset="0"/>
                        </a:rPr>
                        <a:t>fiеlds.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FB"/>
                    </a:solidFill>
                  </a:tcPr>
                </a:tc>
                <a:extLst>
                  <a:ext uri="{0D108BD9-81ED-4DB2-BD59-A6C34878D82A}">
                    <a16:rowId xmlns:a16="http://schemas.microsoft.com/office/drawing/2014/main" val="1987522193"/>
                  </a:ext>
                </a:extLst>
              </a:tr>
            </a:tbl>
          </a:graphicData>
        </a:graphic>
      </p:graphicFrame>
    </p:spTree>
    <p:extLst>
      <p:ext uri="{BB962C8B-B14F-4D97-AF65-F5344CB8AC3E}">
        <p14:creationId xmlns:p14="http://schemas.microsoft.com/office/powerpoint/2010/main" val="5720046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Configure Hibernate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Configure Hibernate with Application</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34</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a:xfrm>
            <a:off x="982661" y="1449388"/>
            <a:ext cx="10922001" cy="4998913"/>
          </a:xfrm>
        </p:spPr>
        <p:txBody>
          <a:bodyPr/>
          <a:lstStyle/>
          <a:p>
            <a:pPr marL="274320" indent="-285750" algn="just">
              <a:lnSpc>
                <a:spcPct val="150000"/>
              </a:lnSpc>
              <a:buChar char="•"/>
            </a:pPr>
            <a:r>
              <a:rPr lang="en-US" sz="1800" b="0" dirty="0"/>
              <a:t>Hibernate properties are used to configure Java based application with the any RDBMS. These properties will be represented as XML file. Some of the key hibernate properties are,</a:t>
            </a:r>
          </a:p>
          <a:p>
            <a:pPr marL="274320" indent="-285750" algn="just">
              <a:lnSpc>
                <a:spcPct val="150000"/>
              </a:lnSpc>
              <a:buChar char="•"/>
            </a:pPr>
            <a:r>
              <a:rPr lang="en-US" sz="1800" dirty="0" err="1"/>
              <a:t>hibernate.dialect</a:t>
            </a:r>
            <a:r>
              <a:rPr lang="en-US" sz="1800" b="0" dirty="0"/>
              <a:t>= </a:t>
            </a:r>
            <a:r>
              <a:rPr lang="en-US" sz="1800" b="0" dirty="0" err="1"/>
              <a:t>org.hibernate.dialect.OracleDialect</a:t>
            </a:r>
            <a:endParaRPr lang="en-US" sz="1800" b="0" dirty="0"/>
          </a:p>
          <a:p>
            <a:pPr marL="453708" lvl="5" indent="-285750" algn="just">
              <a:lnSpc>
                <a:spcPct val="150000"/>
              </a:lnSpc>
            </a:pPr>
            <a:r>
              <a:rPr lang="en-US" sz="1800" dirty="0">
                <a:solidFill>
                  <a:schemeClr val="tx1"/>
                </a:solidFill>
              </a:rPr>
              <a:t>This property makes Hibernate generate the appropriate SQL for the chosen database.</a:t>
            </a:r>
          </a:p>
          <a:p>
            <a:pPr marL="274320" indent="-285750" algn="just">
              <a:lnSpc>
                <a:spcPct val="150000"/>
              </a:lnSpc>
              <a:buChar char="•"/>
            </a:pPr>
            <a:r>
              <a:rPr lang="en-US" sz="1800" dirty="0" err="1"/>
              <a:t>hibernate.connection.driver_class</a:t>
            </a:r>
            <a:r>
              <a:rPr lang="en-US" sz="1800" b="0" dirty="0"/>
              <a:t>= </a:t>
            </a:r>
            <a:r>
              <a:rPr lang="en-US" sz="1800" b="0" dirty="0" err="1"/>
              <a:t>oracle.jdbc.driver.OracleDriver</a:t>
            </a:r>
            <a:endParaRPr lang="en-US" sz="1800" b="0" dirty="0"/>
          </a:p>
          <a:p>
            <a:pPr marL="453708" lvl="5" indent="-285750" algn="just">
              <a:lnSpc>
                <a:spcPct val="150000"/>
              </a:lnSpc>
            </a:pPr>
            <a:r>
              <a:rPr lang="en-US" sz="1800" b="0" dirty="0">
                <a:solidFill>
                  <a:schemeClr val="tx1"/>
                </a:solidFill>
              </a:rPr>
              <a:t>The JDBC driver class.</a:t>
            </a:r>
          </a:p>
          <a:p>
            <a:pPr marL="274320" indent="-285750" algn="just">
              <a:lnSpc>
                <a:spcPct val="150000"/>
              </a:lnSpc>
              <a:buChar char="•"/>
            </a:pPr>
            <a:r>
              <a:rPr lang="en-US" sz="1800" dirty="0"/>
              <a:t>hibernate.connection.url</a:t>
            </a:r>
            <a:r>
              <a:rPr lang="en-US" sz="1800" b="0" dirty="0"/>
              <a:t>= </a:t>
            </a:r>
            <a:r>
              <a:rPr lang="en-US" sz="1800" b="0" dirty="0" err="1"/>
              <a:t>jdbc:oracle:thin</a:t>
            </a:r>
            <a:r>
              <a:rPr lang="en-US" sz="1800" b="0" dirty="0"/>
              <a:t>:@localhost:1521:xe</a:t>
            </a:r>
          </a:p>
          <a:p>
            <a:pPr marL="453708" lvl="5" indent="-285750" algn="just">
              <a:lnSpc>
                <a:spcPct val="150000"/>
              </a:lnSpc>
            </a:pPr>
            <a:r>
              <a:rPr lang="en-US" sz="1800" b="0" dirty="0">
                <a:solidFill>
                  <a:schemeClr val="tx1"/>
                </a:solidFill>
              </a:rPr>
              <a:t>The JDBC URL to the database instance.</a:t>
            </a:r>
          </a:p>
          <a:p>
            <a:pPr marL="274320" indent="-285750" algn="just">
              <a:lnSpc>
                <a:spcPct val="150000"/>
              </a:lnSpc>
              <a:buChar char="•"/>
            </a:pPr>
            <a:r>
              <a:rPr lang="en-US" sz="1800" dirty="0" err="1"/>
              <a:t>hibernate.connection.username</a:t>
            </a:r>
            <a:r>
              <a:rPr lang="en-US" sz="1800" b="0" dirty="0"/>
              <a:t>=&lt;database user name&gt;</a:t>
            </a:r>
          </a:p>
          <a:p>
            <a:pPr marL="274320" indent="-285750" algn="just">
              <a:lnSpc>
                <a:spcPct val="150000"/>
              </a:lnSpc>
              <a:buChar char="•"/>
            </a:pPr>
            <a:r>
              <a:rPr lang="en-US" sz="1800" dirty="0" err="1"/>
              <a:t>hibernate.connection.password</a:t>
            </a:r>
            <a:r>
              <a:rPr lang="en-US" sz="1800" b="0" dirty="0"/>
              <a:t>=&lt;database password&gt;</a:t>
            </a:r>
          </a:p>
          <a:p>
            <a:pPr marL="274320" indent="-285750" algn="just">
              <a:lnSpc>
                <a:spcPct val="150000"/>
              </a:lnSpc>
              <a:buChar char="•"/>
            </a:pPr>
            <a:endParaRPr lang="en-US" sz="1800" b="0" dirty="0"/>
          </a:p>
        </p:txBody>
      </p:sp>
    </p:spTree>
    <p:extLst>
      <p:ext uri="{BB962C8B-B14F-4D97-AF65-F5344CB8AC3E}">
        <p14:creationId xmlns:p14="http://schemas.microsoft.com/office/powerpoint/2010/main" val="3892425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CRUD Operations with annotations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35</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a:xfrm>
            <a:off x="982661" y="1449388"/>
            <a:ext cx="10922001" cy="4998913"/>
          </a:xfrm>
        </p:spPr>
        <p:txBody>
          <a:bodyPr/>
          <a:lstStyle/>
          <a:p>
            <a:pPr marL="285750" indent="-285750">
              <a:buFont typeface="Arial" panose="020B0604020202020204" pitchFamily="34" charset="0"/>
              <a:buChar char="•"/>
            </a:pPr>
            <a:r>
              <a:rPr lang="en-US" sz="1400" dirty="0"/>
              <a:t>Create a Dynamic Web Application in Eclipse IDE</a:t>
            </a:r>
          </a:p>
          <a:p>
            <a:pPr marL="285750" indent="-285750">
              <a:buFont typeface="Arial" panose="020B0604020202020204" pitchFamily="34" charset="0"/>
              <a:buChar char="•"/>
            </a:pPr>
            <a:r>
              <a:rPr lang="en-US" sz="1400" dirty="0"/>
              <a:t>Convert the application into Maven</a:t>
            </a:r>
          </a:p>
          <a:p>
            <a:pPr marL="285750" indent="-285750">
              <a:buFont typeface="Arial" panose="020B0604020202020204" pitchFamily="34" charset="0"/>
              <a:buChar char="•"/>
            </a:pPr>
            <a:r>
              <a:rPr lang="en-US" sz="1400" dirty="0"/>
              <a:t>Add the following dependency in the pom.xml file </a:t>
            </a:r>
          </a:p>
          <a:p>
            <a:r>
              <a:rPr lang="en-US" sz="1400" dirty="0"/>
              <a:t>between the &lt;</a:t>
            </a:r>
            <a:r>
              <a:rPr lang="en-US" sz="1400" dirty="0" err="1"/>
              <a:t>pakaging</a:t>
            </a:r>
            <a:r>
              <a:rPr lang="en-US" sz="1400" dirty="0"/>
              <a:t>&gt;and &lt;build&gt; elements</a:t>
            </a:r>
            <a:endParaRPr lang="en-US" sz="1400" b="0" dirty="0"/>
          </a:p>
          <a:p>
            <a:r>
              <a:rPr lang="en-US" sz="1400" dirty="0">
                <a:solidFill>
                  <a:srgbClr val="008080"/>
                </a:solidFill>
              </a:rPr>
              <a:t>&lt;</a:t>
            </a:r>
            <a:r>
              <a:rPr lang="en-US" sz="1400" dirty="0">
                <a:solidFill>
                  <a:srgbClr val="3F7F7F"/>
                </a:solidFill>
              </a:rPr>
              <a:t>dependencies</a:t>
            </a:r>
            <a:r>
              <a:rPr lang="en-US" sz="1400" dirty="0">
                <a:solidFill>
                  <a:srgbClr val="008080"/>
                </a:solidFill>
              </a:rPr>
              <a:t>&gt; &lt;</a:t>
            </a:r>
            <a:r>
              <a:rPr lang="en-US" sz="1400" dirty="0">
                <a:solidFill>
                  <a:srgbClr val="3F7F7F"/>
                </a:solidFill>
              </a:rPr>
              <a:t>dependency</a:t>
            </a:r>
            <a:r>
              <a:rPr lang="en-US" sz="1400" dirty="0">
                <a:solidFill>
                  <a:srgbClr val="008080"/>
                </a:solidFill>
              </a:rPr>
              <a:t>&gt;</a:t>
            </a:r>
          </a:p>
          <a:p>
            <a:r>
              <a:rPr lang="en-US" sz="1400" dirty="0">
                <a:solidFill>
                  <a:srgbClr val="008080"/>
                </a:solidFill>
              </a:rPr>
              <a:t>&lt;</a:t>
            </a:r>
            <a:r>
              <a:rPr lang="en-US" sz="1400" dirty="0" err="1">
                <a:solidFill>
                  <a:srgbClr val="3F7F7F"/>
                </a:solidFill>
              </a:rPr>
              <a:t>groupId</a:t>
            </a:r>
            <a:r>
              <a:rPr lang="en-US" sz="1400" dirty="0">
                <a:solidFill>
                  <a:srgbClr val="008080"/>
                </a:solidFill>
              </a:rPr>
              <a:t>&gt;</a:t>
            </a:r>
            <a:r>
              <a:rPr lang="en-US" sz="1400" dirty="0" err="1">
                <a:solidFill>
                  <a:srgbClr val="000000"/>
                </a:solidFill>
              </a:rPr>
              <a:t>org.hibernate</a:t>
            </a:r>
            <a:r>
              <a:rPr lang="en-US" sz="1400" dirty="0">
                <a:solidFill>
                  <a:srgbClr val="008080"/>
                </a:solidFill>
              </a:rPr>
              <a:t>&lt;/</a:t>
            </a:r>
            <a:r>
              <a:rPr lang="en-US" sz="1400" dirty="0" err="1">
                <a:solidFill>
                  <a:srgbClr val="3F7F7F"/>
                </a:solidFill>
              </a:rPr>
              <a:t>groupId</a:t>
            </a:r>
            <a:r>
              <a:rPr lang="en-US" sz="1400" dirty="0">
                <a:solidFill>
                  <a:srgbClr val="008080"/>
                </a:solidFill>
              </a:rPr>
              <a:t>&gt;</a:t>
            </a:r>
          </a:p>
          <a:p>
            <a:r>
              <a:rPr lang="en-US" sz="1400" dirty="0">
                <a:solidFill>
                  <a:srgbClr val="008080"/>
                </a:solidFill>
              </a:rPr>
              <a:t>&lt;</a:t>
            </a:r>
            <a:r>
              <a:rPr lang="en-US" sz="1400" dirty="0" err="1">
                <a:solidFill>
                  <a:srgbClr val="3F7F7F"/>
                </a:solidFill>
              </a:rPr>
              <a:t>artifactId</a:t>
            </a:r>
            <a:r>
              <a:rPr lang="en-US" sz="1400" dirty="0">
                <a:solidFill>
                  <a:srgbClr val="008080"/>
                </a:solidFill>
              </a:rPr>
              <a:t>&gt;</a:t>
            </a:r>
            <a:r>
              <a:rPr lang="en-US" sz="1400" dirty="0">
                <a:solidFill>
                  <a:srgbClr val="000000"/>
                </a:solidFill>
              </a:rPr>
              <a:t>hibernate-core</a:t>
            </a:r>
            <a:r>
              <a:rPr lang="en-US" sz="1400" dirty="0">
                <a:solidFill>
                  <a:srgbClr val="008080"/>
                </a:solidFill>
              </a:rPr>
              <a:t>&lt;/</a:t>
            </a:r>
            <a:r>
              <a:rPr lang="en-US" sz="1400" dirty="0" err="1">
                <a:solidFill>
                  <a:srgbClr val="3F7F7F"/>
                </a:solidFill>
              </a:rPr>
              <a:t>artifactId</a:t>
            </a:r>
            <a:r>
              <a:rPr lang="en-US" sz="1400" dirty="0">
                <a:solidFill>
                  <a:srgbClr val="008080"/>
                </a:solidFill>
              </a:rPr>
              <a:t>&gt;</a:t>
            </a:r>
          </a:p>
          <a:p>
            <a:r>
              <a:rPr lang="en-US" sz="1400" dirty="0">
                <a:solidFill>
                  <a:srgbClr val="008080"/>
                </a:solidFill>
              </a:rPr>
              <a:t>&lt;</a:t>
            </a:r>
            <a:r>
              <a:rPr lang="en-US" sz="1400" dirty="0">
                <a:solidFill>
                  <a:srgbClr val="3F7F7F"/>
                </a:solidFill>
              </a:rPr>
              <a:t>version</a:t>
            </a:r>
            <a:r>
              <a:rPr lang="en-US" sz="1400" dirty="0">
                <a:solidFill>
                  <a:srgbClr val="008080"/>
                </a:solidFill>
              </a:rPr>
              <a:t>&gt;</a:t>
            </a:r>
            <a:r>
              <a:rPr lang="en-US" sz="1400" dirty="0">
                <a:solidFill>
                  <a:srgbClr val="000000"/>
                </a:solidFill>
              </a:rPr>
              <a:t>5.5.6.Final</a:t>
            </a:r>
            <a:r>
              <a:rPr lang="en-US" sz="1400" dirty="0">
                <a:solidFill>
                  <a:srgbClr val="008080"/>
                </a:solidFill>
              </a:rPr>
              <a:t>&lt;/</a:t>
            </a:r>
            <a:r>
              <a:rPr lang="en-US" sz="1400" dirty="0">
                <a:solidFill>
                  <a:srgbClr val="3F7F7F"/>
                </a:solidFill>
              </a:rPr>
              <a:t>version</a:t>
            </a:r>
            <a:r>
              <a:rPr lang="en-US" sz="1400" dirty="0">
                <a:solidFill>
                  <a:srgbClr val="008080"/>
                </a:solidFill>
              </a:rPr>
              <a:t>&gt;</a:t>
            </a:r>
          </a:p>
          <a:p>
            <a:r>
              <a:rPr lang="en-US" sz="1400" dirty="0">
                <a:solidFill>
                  <a:srgbClr val="008080"/>
                </a:solidFill>
              </a:rPr>
              <a:t>&lt;/</a:t>
            </a:r>
            <a:r>
              <a:rPr lang="en-US" sz="1400" dirty="0">
                <a:solidFill>
                  <a:srgbClr val="3F7F7F"/>
                </a:solidFill>
              </a:rPr>
              <a:t>dependency</a:t>
            </a:r>
            <a:r>
              <a:rPr lang="en-US" sz="1400" dirty="0">
                <a:solidFill>
                  <a:srgbClr val="008080"/>
                </a:solidFill>
              </a:rPr>
              <a:t>&gt;</a:t>
            </a:r>
            <a:r>
              <a:rPr lang="en-US" sz="1400" dirty="0">
                <a:solidFill>
                  <a:srgbClr val="3F7F7F"/>
                </a:solidFill>
              </a:rPr>
              <a:t>&lt;dependency&gt;</a:t>
            </a:r>
          </a:p>
          <a:p>
            <a:r>
              <a:rPr lang="en-US" sz="1400" dirty="0">
                <a:solidFill>
                  <a:srgbClr val="3F7F7F"/>
                </a:solidFill>
              </a:rPr>
              <a:t>&lt;</a:t>
            </a:r>
            <a:r>
              <a:rPr lang="en-US" sz="1400" dirty="0" err="1">
                <a:solidFill>
                  <a:srgbClr val="3F7F7F"/>
                </a:solidFill>
              </a:rPr>
              <a:t>groupId</a:t>
            </a:r>
            <a:r>
              <a:rPr lang="en-US" sz="1400" dirty="0">
                <a:solidFill>
                  <a:srgbClr val="3F7F7F"/>
                </a:solidFill>
              </a:rPr>
              <a:t>&gt;</a:t>
            </a:r>
            <a:r>
              <a:rPr lang="en-US" sz="1400" dirty="0" err="1">
                <a:solidFill>
                  <a:srgbClr val="3F7F7F"/>
                </a:solidFill>
              </a:rPr>
              <a:t>com.oracle</a:t>
            </a:r>
            <a:r>
              <a:rPr lang="en-US" sz="1400" dirty="0">
                <a:solidFill>
                  <a:srgbClr val="3F7F7F"/>
                </a:solidFill>
              </a:rPr>
              <a:t>&lt;/</a:t>
            </a:r>
            <a:r>
              <a:rPr lang="en-US" sz="1400" dirty="0" err="1">
                <a:solidFill>
                  <a:srgbClr val="3F7F7F"/>
                </a:solidFill>
              </a:rPr>
              <a:t>groupId</a:t>
            </a:r>
            <a:r>
              <a:rPr lang="en-US" sz="1400" dirty="0">
                <a:solidFill>
                  <a:srgbClr val="3F7F7F"/>
                </a:solidFill>
              </a:rPr>
              <a:t>&gt;</a:t>
            </a:r>
          </a:p>
          <a:p>
            <a:r>
              <a:rPr lang="en-US" sz="1400" dirty="0">
                <a:solidFill>
                  <a:srgbClr val="3F7F7F"/>
                </a:solidFill>
              </a:rPr>
              <a:t>&lt;</a:t>
            </a:r>
            <a:r>
              <a:rPr lang="en-US" sz="1400" dirty="0" err="1">
                <a:solidFill>
                  <a:srgbClr val="3F7F7F"/>
                </a:solidFill>
              </a:rPr>
              <a:t>artifactId</a:t>
            </a:r>
            <a:r>
              <a:rPr lang="en-US" sz="1400" dirty="0">
                <a:solidFill>
                  <a:srgbClr val="3F7F7F"/>
                </a:solidFill>
              </a:rPr>
              <a:t>&gt;ojdbc6&lt;/</a:t>
            </a:r>
            <a:r>
              <a:rPr lang="en-US" sz="1400" dirty="0" err="1">
                <a:solidFill>
                  <a:srgbClr val="3F7F7F"/>
                </a:solidFill>
              </a:rPr>
              <a:t>artifactId</a:t>
            </a:r>
            <a:r>
              <a:rPr lang="en-US" sz="1400" dirty="0">
                <a:solidFill>
                  <a:srgbClr val="3F7F7F"/>
                </a:solidFill>
              </a:rPr>
              <a:t>&gt;</a:t>
            </a:r>
          </a:p>
          <a:p>
            <a:r>
              <a:rPr lang="en-US" sz="1400" dirty="0">
                <a:solidFill>
                  <a:srgbClr val="3F7F7F"/>
                </a:solidFill>
              </a:rPr>
              <a:t>&lt;version&gt;11&lt;/version&gt;</a:t>
            </a:r>
          </a:p>
          <a:p>
            <a:r>
              <a:rPr lang="en-US" sz="1400" dirty="0">
                <a:solidFill>
                  <a:srgbClr val="3F7F7F"/>
                </a:solidFill>
              </a:rPr>
              <a:t>&lt;scope&gt;system&lt;/scope&gt;</a:t>
            </a:r>
          </a:p>
          <a:p>
            <a:r>
              <a:rPr lang="en-US" sz="1400" dirty="0">
                <a:solidFill>
                  <a:srgbClr val="3F7F7F"/>
                </a:solidFill>
              </a:rPr>
              <a:t>&lt;</a:t>
            </a:r>
            <a:r>
              <a:rPr lang="en-US" sz="1400" dirty="0" err="1">
                <a:solidFill>
                  <a:srgbClr val="3F7F7F"/>
                </a:solidFill>
              </a:rPr>
              <a:t>systemPath</a:t>
            </a:r>
            <a:r>
              <a:rPr lang="en-US" sz="1400" dirty="0">
                <a:solidFill>
                  <a:srgbClr val="3F7F7F"/>
                </a:solidFill>
              </a:rPr>
              <a:t>&gt;C:/oraclexe/app/oracle/product/11.2.0/server</a:t>
            </a:r>
          </a:p>
          <a:p>
            <a:r>
              <a:rPr lang="en-US" sz="1400" dirty="0">
                <a:solidFill>
                  <a:srgbClr val="3F7F7F"/>
                </a:solidFill>
              </a:rPr>
              <a:t>/</a:t>
            </a:r>
            <a:r>
              <a:rPr lang="en-US" sz="1400" dirty="0" err="1">
                <a:solidFill>
                  <a:srgbClr val="3F7F7F"/>
                </a:solidFill>
              </a:rPr>
              <a:t>jdbc</a:t>
            </a:r>
            <a:r>
              <a:rPr lang="en-US" sz="1400" dirty="0">
                <a:solidFill>
                  <a:srgbClr val="3F7F7F"/>
                </a:solidFill>
              </a:rPr>
              <a:t>/lib/ojdbc6.jar&lt;/</a:t>
            </a:r>
            <a:r>
              <a:rPr lang="en-US" sz="1400" dirty="0" err="1">
                <a:solidFill>
                  <a:srgbClr val="3F7F7F"/>
                </a:solidFill>
              </a:rPr>
              <a:t>systemPath</a:t>
            </a:r>
            <a:r>
              <a:rPr lang="en-US" sz="1400" dirty="0">
                <a:solidFill>
                  <a:srgbClr val="3F7F7F"/>
                </a:solidFill>
              </a:rPr>
              <a:t>&gt; &lt;/dependency&gt;</a:t>
            </a:r>
            <a:endParaRPr lang="en-US" sz="1400" dirty="0">
              <a:solidFill>
                <a:srgbClr val="008080"/>
              </a:solidFill>
            </a:endParaRPr>
          </a:p>
          <a:p>
            <a:r>
              <a:rPr lang="en-US" sz="1400" dirty="0">
                <a:solidFill>
                  <a:srgbClr val="008080"/>
                </a:solidFill>
              </a:rPr>
              <a:t>&lt;/</a:t>
            </a:r>
            <a:r>
              <a:rPr lang="en-US" sz="1400" dirty="0">
                <a:solidFill>
                  <a:srgbClr val="3F7F7F"/>
                </a:solidFill>
              </a:rPr>
              <a:t>dependencies</a:t>
            </a:r>
            <a:r>
              <a:rPr lang="en-US" sz="1400" dirty="0">
                <a:solidFill>
                  <a:srgbClr val="008080"/>
                </a:solidFill>
              </a:rPr>
              <a:t>&gt;</a:t>
            </a:r>
          </a:p>
          <a:p>
            <a:pPr marL="285750" indent="-285750">
              <a:buFont typeface="Arial" panose="020B0604020202020204" pitchFamily="34" charset="0"/>
              <a:buChar char="•"/>
            </a:pPr>
            <a:r>
              <a:rPr lang="en-US" sz="1400" dirty="0"/>
              <a:t>Right Click on the project-&gt;Maven-&gt;Update Project</a:t>
            </a:r>
          </a:p>
          <a:p>
            <a:pPr marL="285750" indent="-285750">
              <a:buFont typeface="Arial" panose="020B0604020202020204" pitchFamily="34" charset="0"/>
              <a:buChar char="•"/>
            </a:pPr>
            <a:r>
              <a:rPr lang="en-US" sz="1400" dirty="0"/>
              <a:t>This will add hibernate dependencies</a:t>
            </a:r>
          </a:p>
        </p:txBody>
      </p:sp>
      <p:pic>
        <p:nvPicPr>
          <p:cNvPr id="2" name="Picture 1">
            <a:extLst>
              <a:ext uri="{FF2B5EF4-FFF2-40B4-BE49-F238E27FC236}">
                <a16:creationId xmlns:a16="http://schemas.microsoft.com/office/drawing/2014/main" id="{263C4E07-C478-C156-0881-C4A37EAD4B87}"/>
              </a:ext>
            </a:extLst>
          </p:cNvPr>
          <p:cNvPicPr>
            <a:picLocks noChangeAspect="1"/>
          </p:cNvPicPr>
          <p:nvPr/>
        </p:nvPicPr>
        <p:blipFill>
          <a:blip r:embed="rId2"/>
          <a:stretch>
            <a:fillRect/>
          </a:stretch>
        </p:blipFill>
        <p:spPr>
          <a:xfrm>
            <a:off x="6096000" y="1449388"/>
            <a:ext cx="5212499" cy="4572000"/>
          </a:xfrm>
          <a:prstGeom prst="rect">
            <a:avLst/>
          </a:prstGeom>
        </p:spPr>
      </p:pic>
    </p:spTree>
    <p:extLst>
      <p:ext uri="{BB962C8B-B14F-4D97-AF65-F5344CB8AC3E}">
        <p14:creationId xmlns:p14="http://schemas.microsoft.com/office/powerpoint/2010/main" val="19908429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Maven Dependencies and Directory Structure</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36</a:t>
            </a:fld>
            <a:endParaRPr lang="en-US" dirty="0"/>
          </a:p>
        </p:txBody>
      </p:sp>
      <p:pic>
        <p:nvPicPr>
          <p:cNvPr id="7" name="Picture 6">
            <a:extLst>
              <a:ext uri="{FF2B5EF4-FFF2-40B4-BE49-F238E27FC236}">
                <a16:creationId xmlns:a16="http://schemas.microsoft.com/office/drawing/2014/main" id="{449DDC14-ECDE-7D2D-525B-50B57C028AA8}"/>
              </a:ext>
            </a:extLst>
          </p:cNvPr>
          <p:cNvPicPr>
            <a:picLocks noChangeAspect="1"/>
          </p:cNvPicPr>
          <p:nvPr/>
        </p:nvPicPr>
        <p:blipFill>
          <a:blip r:embed="rId2"/>
          <a:stretch>
            <a:fillRect/>
          </a:stretch>
        </p:blipFill>
        <p:spPr>
          <a:xfrm>
            <a:off x="3975624" y="1751229"/>
            <a:ext cx="2817062" cy="4222059"/>
          </a:xfrm>
          <a:prstGeom prst="rect">
            <a:avLst/>
          </a:prstGeom>
        </p:spPr>
      </p:pic>
    </p:spTree>
    <p:extLst>
      <p:ext uri="{BB962C8B-B14F-4D97-AF65-F5344CB8AC3E}">
        <p14:creationId xmlns:p14="http://schemas.microsoft.com/office/powerpoint/2010/main" val="16032891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Persistence Class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37</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a:xfrm>
            <a:off x="982661" y="1449388"/>
            <a:ext cx="10922001" cy="4998913"/>
          </a:xfrm>
        </p:spPr>
        <p:txBody>
          <a:bodyPr/>
          <a:lstStyle/>
          <a:p>
            <a:pPr marL="285750" indent="-285750">
              <a:buFont typeface="Arial" panose="020B0604020202020204" pitchFamily="34" charset="0"/>
              <a:buChar char="•"/>
            </a:pPr>
            <a:r>
              <a:rPr lang="en-US" sz="1800" dirty="0"/>
              <a:t>Right Click on your Project -&gt; New -&gt; Class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p:txBody>
      </p:sp>
      <p:pic>
        <p:nvPicPr>
          <p:cNvPr id="7" name="Picture 6">
            <a:extLst>
              <a:ext uri="{FF2B5EF4-FFF2-40B4-BE49-F238E27FC236}">
                <a16:creationId xmlns:a16="http://schemas.microsoft.com/office/drawing/2014/main" id="{807399F3-8919-70AE-63F8-F8A2CB98F825}"/>
              </a:ext>
            </a:extLst>
          </p:cNvPr>
          <p:cNvPicPr>
            <a:picLocks noChangeAspect="1"/>
          </p:cNvPicPr>
          <p:nvPr/>
        </p:nvPicPr>
        <p:blipFill>
          <a:blip r:embed="rId2"/>
          <a:stretch>
            <a:fillRect/>
          </a:stretch>
        </p:blipFill>
        <p:spPr>
          <a:xfrm>
            <a:off x="2626290" y="2087799"/>
            <a:ext cx="6389335" cy="4018580"/>
          </a:xfrm>
          <a:prstGeom prst="rect">
            <a:avLst/>
          </a:prstGeom>
        </p:spPr>
      </p:pic>
    </p:spTree>
    <p:extLst>
      <p:ext uri="{BB962C8B-B14F-4D97-AF65-F5344CB8AC3E}">
        <p14:creationId xmlns:p14="http://schemas.microsoft.com/office/powerpoint/2010/main" val="33507981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Persistence Class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38</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a:xfrm>
            <a:off x="982661" y="1449388"/>
            <a:ext cx="10922001" cy="4998913"/>
          </a:xfrm>
        </p:spPr>
        <p:txBody>
          <a:bodyPr/>
          <a:lstStyle/>
          <a:p>
            <a:r>
              <a:rPr lang="en-US" sz="1800" dirty="0"/>
              <a:t>Enter package name as </a:t>
            </a:r>
            <a:r>
              <a:rPr lang="en-US" sz="1800" dirty="0" err="1"/>
              <a:t>com.entity</a:t>
            </a:r>
            <a:r>
              <a:rPr lang="en-US" sz="1800" dirty="0"/>
              <a:t> and</a:t>
            </a:r>
          </a:p>
          <a:p>
            <a:r>
              <a:rPr lang="en-US" sz="1800" dirty="0"/>
              <a:t>Class name as Employee -&gt; Finish</a:t>
            </a:r>
          </a:p>
        </p:txBody>
      </p:sp>
      <p:pic>
        <p:nvPicPr>
          <p:cNvPr id="2" name="Picture 1">
            <a:extLst>
              <a:ext uri="{FF2B5EF4-FFF2-40B4-BE49-F238E27FC236}">
                <a16:creationId xmlns:a16="http://schemas.microsoft.com/office/drawing/2014/main" id="{E2B74277-2F85-AE83-9B98-B32F2CF2F8FA}"/>
              </a:ext>
            </a:extLst>
          </p:cNvPr>
          <p:cNvPicPr>
            <a:picLocks noChangeAspect="1"/>
          </p:cNvPicPr>
          <p:nvPr/>
        </p:nvPicPr>
        <p:blipFill>
          <a:blip r:embed="rId2"/>
          <a:stretch>
            <a:fillRect/>
          </a:stretch>
        </p:blipFill>
        <p:spPr>
          <a:xfrm>
            <a:off x="5775990" y="1449388"/>
            <a:ext cx="4081680" cy="4458824"/>
          </a:xfrm>
          <a:prstGeom prst="rect">
            <a:avLst/>
          </a:prstGeom>
        </p:spPr>
      </p:pic>
    </p:spTree>
    <p:extLst>
      <p:ext uri="{BB962C8B-B14F-4D97-AF65-F5344CB8AC3E}">
        <p14:creationId xmlns:p14="http://schemas.microsoft.com/office/powerpoint/2010/main" val="10258220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Persistence Class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39</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algn="just">
              <a:lnSpc>
                <a:spcPct val="150000"/>
              </a:lnSpc>
            </a:pPr>
            <a:endParaRPr lang="en-US" sz="1800" dirty="0"/>
          </a:p>
        </p:txBody>
      </p:sp>
      <p:sp>
        <p:nvSpPr>
          <p:cNvPr id="2" name="object 5">
            <a:extLst>
              <a:ext uri="{FF2B5EF4-FFF2-40B4-BE49-F238E27FC236}">
                <a16:creationId xmlns:a16="http://schemas.microsoft.com/office/drawing/2014/main" id="{E598257B-53B0-DEEC-A400-1AA1CEB1E25F}"/>
              </a:ext>
            </a:extLst>
          </p:cNvPr>
          <p:cNvSpPr txBox="1"/>
          <p:nvPr/>
        </p:nvSpPr>
        <p:spPr>
          <a:xfrm>
            <a:off x="1072859" y="1415592"/>
            <a:ext cx="9864315" cy="4968027"/>
          </a:xfrm>
          <a:prstGeom prst="rect">
            <a:avLst/>
          </a:prstGeom>
          <a:solidFill>
            <a:schemeClr val="accent4">
              <a:lumMod val="20000"/>
              <a:lumOff val="80000"/>
            </a:schemeClr>
          </a:solidFill>
          <a:ln w="9144">
            <a:solidFill>
              <a:srgbClr val="000000"/>
            </a:solidFill>
          </a:ln>
        </p:spPr>
        <p:txBody>
          <a:bodyPr vert="horz" wrap="square" lIns="0" tIns="88900" rIns="0" bIns="0" rtlCol="0">
            <a:spAutoFit/>
          </a:bodyPr>
          <a:lstStyle/>
          <a:p>
            <a:pPr marL="274320" indent="-274320" eaLnBrk="0" hangingPunct="0">
              <a:spcBef>
                <a:spcPts val="600"/>
              </a:spcBef>
            </a:pPr>
            <a:r>
              <a:rPr lang="en-US" b="1" dirty="0">
                <a:latin typeface="Arial" panose="020B0604020202020204" pitchFamily="34" charset="0"/>
                <a:cs typeface="Arial" panose="020B0604020202020204" pitchFamily="34" charset="0"/>
              </a:rPr>
              <a:t>Add the following code into Employee.java file</a:t>
            </a:r>
          </a:p>
          <a:p>
            <a:pPr marL="274320" indent="-274320" eaLnBrk="0" hangingPunct="0">
              <a:spcBef>
                <a:spcPts val="600"/>
              </a:spcBef>
            </a:pPr>
            <a:r>
              <a:rPr lang="en-US" b="0" dirty="0">
                <a:latin typeface="Arial" panose="020B0604020202020204" pitchFamily="34" charset="0"/>
                <a:cs typeface="Arial" panose="020B0604020202020204" pitchFamily="34" charset="0"/>
              </a:rPr>
              <a:t>package </a:t>
            </a:r>
            <a:r>
              <a:rPr lang="en-US" b="0" dirty="0" err="1">
                <a:latin typeface="Arial" panose="020B0604020202020204" pitchFamily="34" charset="0"/>
                <a:cs typeface="Arial" panose="020B0604020202020204" pitchFamily="34" charset="0"/>
              </a:rPr>
              <a:t>com.entity</a:t>
            </a:r>
            <a:r>
              <a:rPr lang="en-US" b="0" dirty="0">
                <a:latin typeface="Arial" panose="020B0604020202020204" pitchFamily="34" charset="0"/>
                <a:cs typeface="Arial" panose="020B0604020202020204" pitchFamily="34" charset="0"/>
              </a:rPr>
              <a:t>;</a:t>
            </a:r>
          </a:p>
          <a:p>
            <a:pPr marL="274320" indent="-274320" eaLnBrk="0" hangingPunct="0">
              <a:spcBef>
                <a:spcPts val="600"/>
              </a:spcBef>
            </a:pPr>
            <a:r>
              <a:rPr lang="en-US" b="0" dirty="0">
                <a:latin typeface="Arial" panose="020B0604020202020204" pitchFamily="34" charset="0"/>
                <a:cs typeface="Arial" panose="020B0604020202020204" pitchFamily="34" charset="0"/>
              </a:rPr>
              <a:t>import </a:t>
            </a:r>
            <a:r>
              <a:rPr lang="en-US" b="0" dirty="0" err="1">
                <a:latin typeface="Arial" panose="020B0604020202020204" pitchFamily="34" charset="0"/>
                <a:cs typeface="Arial" panose="020B0604020202020204" pitchFamily="34" charset="0"/>
              </a:rPr>
              <a:t>javax.persistence.Column</a:t>
            </a:r>
            <a:r>
              <a:rPr lang="en-US" b="0" dirty="0">
                <a:latin typeface="Arial" panose="020B0604020202020204" pitchFamily="34" charset="0"/>
                <a:cs typeface="Arial" panose="020B0604020202020204" pitchFamily="34" charset="0"/>
              </a:rPr>
              <a:t>;</a:t>
            </a:r>
          </a:p>
          <a:p>
            <a:pPr marL="274320" indent="-274320" eaLnBrk="0" hangingPunct="0">
              <a:spcBef>
                <a:spcPts val="600"/>
              </a:spcBef>
            </a:pPr>
            <a:r>
              <a:rPr lang="en-US" b="0" dirty="0">
                <a:latin typeface="Arial" panose="020B0604020202020204" pitchFamily="34" charset="0"/>
                <a:cs typeface="Arial" panose="020B0604020202020204" pitchFamily="34" charset="0"/>
              </a:rPr>
              <a:t>import </a:t>
            </a:r>
            <a:r>
              <a:rPr lang="en-US" b="0" dirty="0" err="1">
                <a:latin typeface="Arial" panose="020B0604020202020204" pitchFamily="34" charset="0"/>
                <a:cs typeface="Arial" panose="020B0604020202020204" pitchFamily="34" charset="0"/>
              </a:rPr>
              <a:t>javax.persistence.Entity</a:t>
            </a:r>
            <a:r>
              <a:rPr lang="en-US" b="0" dirty="0">
                <a:latin typeface="Arial" panose="020B0604020202020204" pitchFamily="34" charset="0"/>
                <a:cs typeface="Arial" panose="020B0604020202020204" pitchFamily="34" charset="0"/>
              </a:rPr>
              <a:t>;</a:t>
            </a:r>
          </a:p>
          <a:p>
            <a:pPr marL="274320" indent="-274320" eaLnBrk="0" hangingPunct="0">
              <a:spcBef>
                <a:spcPts val="600"/>
              </a:spcBef>
            </a:pPr>
            <a:r>
              <a:rPr lang="en-US" b="0" dirty="0">
                <a:latin typeface="Arial" panose="020B0604020202020204" pitchFamily="34" charset="0"/>
                <a:cs typeface="Arial" panose="020B0604020202020204" pitchFamily="34" charset="0"/>
              </a:rPr>
              <a:t>import </a:t>
            </a:r>
            <a:r>
              <a:rPr lang="en-US" b="0" dirty="0" err="1">
                <a:latin typeface="Arial" panose="020B0604020202020204" pitchFamily="34" charset="0"/>
                <a:cs typeface="Arial" panose="020B0604020202020204" pitchFamily="34" charset="0"/>
              </a:rPr>
              <a:t>javax.persistence.Id</a:t>
            </a:r>
            <a:r>
              <a:rPr lang="en-US" b="0" dirty="0">
                <a:latin typeface="Arial" panose="020B0604020202020204" pitchFamily="34" charset="0"/>
                <a:cs typeface="Arial" panose="020B0604020202020204" pitchFamily="34" charset="0"/>
              </a:rPr>
              <a:t>;</a:t>
            </a:r>
          </a:p>
          <a:p>
            <a:pPr marL="274320" indent="-274320" eaLnBrk="0" hangingPunct="0">
              <a:spcBef>
                <a:spcPts val="600"/>
              </a:spcBef>
            </a:pPr>
            <a:r>
              <a:rPr lang="en-US" b="0" dirty="0">
                <a:latin typeface="Arial" panose="020B0604020202020204" pitchFamily="34" charset="0"/>
                <a:cs typeface="Arial" panose="020B0604020202020204" pitchFamily="34" charset="0"/>
              </a:rPr>
              <a:t>import </a:t>
            </a:r>
            <a:r>
              <a:rPr lang="en-US" b="0" dirty="0" err="1">
                <a:latin typeface="Arial" panose="020B0604020202020204" pitchFamily="34" charset="0"/>
                <a:cs typeface="Arial" panose="020B0604020202020204" pitchFamily="34" charset="0"/>
              </a:rPr>
              <a:t>javax.persistence.Table</a:t>
            </a:r>
            <a:r>
              <a:rPr lang="en-US" b="0" dirty="0">
                <a:latin typeface="Arial" panose="020B0604020202020204" pitchFamily="34" charset="0"/>
                <a:cs typeface="Arial" panose="020B0604020202020204" pitchFamily="34" charset="0"/>
              </a:rPr>
              <a:t>;</a:t>
            </a:r>
          </a:p>
          <a:p>
            <a:pPr marL="274320" indent="-274320" eaLnBrk="0" hangingPunct="0">
              <a:spcBef>
                <a:spcPts val="600"/>
              </a:spcBef>
            </a:pPr>
            <a:r>
              <a:rPr lang="en-US" b="0" dirty="0">
                <a:latin typeface="Arial" panose="020B0604020202020204" pitchFamily="34" charset="0"/>
                <a:cs typeface="Arial" panose="020B0604020202020204" pitchFamily="34" charset="0"/>
              </a:rPr>
              <a:t>@Entity</a:t>
            </a:r>
          </a:p>
          <a:p>
            <a:pPr marL="274320" indent="-274320" eaLnBrk="0" hangingPunct="0">
              <a:spcBef>
                <a:spcPts val="600"/>
              </a:spcBef>
            </a:pPr>
            <a:r>
              <a:rPr lang="en-US" b="0" dirty="0">
                <a:latin typeface="Arial" panose="020B0604020202020204" pitchFamily="34" charset="0"/>
                <a:cs typeface="Arial" panose="020B0604020202020204" pitchFamily="34" charset="0"/>
              </a:rPr>
              <a:t>@Table</a:t>
            </a:r>
          </a:p>
          <a:p>
            <a:pPr marL="274320" indent="-274320" eaLnBrk="0" hangingPunct="0">
              <a:spcBef>
                <a:spcPts val="600"/>
              </a:spcBef>
            </a:pPr>
            <a:r>
              <a:rPr lang="en-US" b="0" dirty="0">
                <a:latin typeface="Arial" panose="020B0604020202020204" pitchFamily="34" charset="0"/>
                <a:cs typeface="Arial" panose="020B0604020202020204" pitchFamily="34" charset="0"/>
              </a:rPr>
              <a:t>public class Employee {</a:t>
            </a:r>
          </a:p>
          <a:p>
            <a:pPr marL="274320" indent="-274320" eaLnBrk="0" hangingPunct="0">
              <a:spcBef>
                <a:spcPts val="600"/>
              </a:spcBef>
            </a:pPr>
            <a:r>
              <a:rPr lang="en-US" b="0" dirty="0">
                <a:latin typeface="Arial" panose="020B0604020202020204" pitchFamily="34" charset="0"/>
                <a:cs typeface="Arial" panose="020B0604020202020204" pitchFamily="34" charset="0"/>
              </a:rPr>
              <a:t>@Id</a:t>
            </a:r>
          </a:p>
          <a:p>
            <a:pPr marL="274320" indent="-274320" eaLnBrk="0" hangingPunct="0">
              <a:spcBef>
                <a:spcPts val="600"/>
              </a:spcBef>
            </a:pPr>
            <a:r>
              <a:rPr lang="en-US" b="0" dirty="0">
                <a:latin typeface="Arial" panose="020B0604020202020204" pitchFamily="34" charset="0"/>
                <a:cs typeface="Arial" panose="020B0604020202020204" pitchFamily="34" charset="0"/>
              </a:rPr>
              <a:t>private int id;</a:t>
            </a:r>
          </a:p>
          <a:p>
            <a:pPr marL="274320" indent="-274320" eaLnBrk="0" hangingPunct="0">
              <a:spcBef>
                <a:spcPts val="600"/>
              </a:spcBef>
            </a:pPr>
            <a:r>
              <a:rPr lang="en-US" b="0" dirty="0">
                <a:latin typeface="Arial" panose="020B0604020202020204" pitchFamily="34" charset="0"/>
                <a:cs typeface="Arial" panose="020B0604020202020204" pitchFamily="34" charset="0"/>
              </a:rPr>
              <a:t>@Column(name = "</a:t>
            </a:r>
            <a:r>
              <a:rPr lang="en-US" b="0" dirty="0" err="1">
                <a:latin typeface="Arial" panose="020B0604020202020204" pitchFamily="34" charset="0"/>
                <a:cs typeface="Arial" panose="020B0604020202020204" pitchFamily="34" charset="0"/>
              </a:rPr>
              <a:t>emp_name</a:t>
            </a:r>
            <a:r>
              <a:rPr lang="en-US" b="0" dirty="0">
                <a:latin typeface="Arial" panose="020B0604020202020204" pitchFamily="34" charset="0"/>
                <a:cs typeface="Arial" panose="020B0604020202020204" pitchFamily="34" charset="0"/>
              </a:rPr>
              <a:t>", length = 25)</a:t>
            </a:r>
          </a:p>
          <a:p>
            <a:pPr marL="274320" indent="-274320" eaLnBrk="0" hangingPunct="0">
              <a:spcBef>
                <a:spcPts val="600"/>
              </a:spcBef>
            </a:pPr>
            <a:r>
              <a:rPr lang="en-US" b="0" dirty="0">
                <a:latin typeface="Arial" panose="020B0604020202020204" pitchFamily="34" charset="0"/>
                <a:cs typeface="Arial" panose="020B0604020202020204" pitchFamily="34" charset="0"/>
              </a:rPr>
              <a:t>String </a:t>
            </a:r>
            <a:r>
              <a:rPr lang="en-US" b="0" dirty="0" err="1">
                <a:latin typeface="Arial" panose="020B0604020202020204" pitchFamily="34" charset="0"/>
                <a:cs typeface="Arial" panose="020B0604020202020204" pitchFamily="34" charset="0"/>
              </a:rPr>
              <a:t>nam</a:t>
            </a:r>
            <a:r>
              <a:rPr lang="az-Cyrl-AZ" b="0" dirty="0">
                <a:latin typeface="Arial" panose="020B0604020202020204" pitchFamily="34" charset="0"/>
                <a:cs typeface="Arial" panose="020B0604020202020204" pitchFamily="34" charset="0"/>
              </a:rPr>
              <a:t>е;</a:t>
            </a:r>
          </a:p>
          <a:p>
            <a:pPr marL="274320" indent="-274320" eaLnBrk="0" hangingPunct="0">
              <a:spcBef>
                <a:spcPts val="600"/>
              </a:spcBef>
            </a:pPr>
            <a:r>
              <a:rPr lang="en-US" b="0" dirty="0">
                <a:latin typeface="Arial" panose="020B0604020202020204" pitchFamily="34" charset="0"/>
                <a:cs typeface="Arial" panose="020B0604020202020204" pitchFamily="34" charset="0"/>
              </a:rPr>
              <a:t>float salary;</a:t>
            </a:r>
          </a:p>
        </p:txBody>
      </p:sp>
      <p:sp>
        <p:nvSpPr>
          <p:cNvPr id="8" name="object 5">
            <a:extLst>
              <a:ext uri="{FF2B5EF4-FFF2-40B4-BE49-F238E27FC236}">
                <a16:creationId xmlns:a16="http://schemas.microsoft.com/office/drawing/2014/main" id="{2B3FB9A5-D265-79A2-875D-283E85C53230}"/>
              </a:ext>
            </a:extLst>
          </p:cNvPr>
          <p:cNvSpPr txBox="1"/>
          <p:nvPr/>
        </p:nvSpPr>
        <p:spPr>
          <a:xfrm>
            <a:off x="6325775" y="5195843"/>
            <a:ext cx="2590800" cy="674544"/>
          </a:xfrm>
          <a:prstGeom prst="rect">
            <a:avLst/>
          </a:prstGeom>
          <a:solidFill>
            <a:srgbClr val="A7E8FF"/>
          </a:solidFill>
          <a:ln w="9144">
            <a:solidFill>
              <a:srgbClr val="000000"/>
            </a:solidFill>
          </a:ln>
        </p:spPr>
        <p:txBody>
          <a:bodyPr vert="horz" wrap="square" lIns="0" tIns="119380" rIns="0" bIns="0" rtlCol="0">
            <a:spAutoFit/>
          </a:bodyPr>
          <a:lstStyle/>
          <a:p>
            <a:pPr marL="87630">
              <a:lnSpc>
                <a:spcPct val="100000"/>
              </a:lnSpc>
              <a:spcBef>
                <a:spcPts val="940"/>
              </a:spcBef>
            </a:pPr>
            <a:r>
              <a:rPr dirty="0">
                <a:latin typeface="Arial" panose="020B0604020202020204" pitchFamily="34" charset="0"/>
                <a:cs typeface="Arial" panose="020B0604020202020204" pitchFamily="34" charset="0"/>
              </a:rPr>
              <a:t>Propеrtiеs of </a:t>
            </a:r>
            <a:r>
              <a:rPr lang="en-US" dirty="0">
                <a:latin typeface="Arial" panose="020B0604020202020204" pitchFamily="34" charset="0"/>
                <a:cs typeface="Arial" panose="020B0604020202020204" pitchFamily="34" charset="0"/>
              </a:rPr>
              <a:t>Employee (id, name and salary</a:t>
            </a:r>
            <a:r>
              <a:rPr lang="en-US" spc="-5" dirty="0">
                <a:latin typeface="Arial" panose="020B0604020202020204" pitchFamily="34" charset="0"/>
                <a:cs typeface="Arial" panose="020B0604020202020204" pitchFamily="34" charset="0"/>
              </a:rPr>
              <a:t>)</a:t>
            </a:r>
            <a:endParaRPr dirty="0">
              <a:latin typeface="Arial" panose="020B0604020202020204" pitchFamily="34" charset="0"/>
              <a:cs typeface="Arial" panose="020B0604020202020204" pitchFamily="34" charset="0"/>
            </a:endParaRPr>
          </a:p>
        </p:txBody>
      </p:sp>
      <p:sp>
        <p:nvSpPr>
          <p:cNvPr id="9" name="object 8">
            <a:extLst>
              <a:ext uri="{FF2B5EF4-FFF2-40B4-BE49-F238E27FC236}">
                <a16:creationId xmlns:a16="http://schemas.microsoft.com/office/drawing/2014/main" id="{A88F50A8-1411-FD0D-A5D6-3B3C1D7E23F2}"/>
              </a:ext>
            </a:extLst>
          </p:cNvPr>
          <p:cNvSpPr/>
          <p:nvPr/>
        </p:nvSpPr>
        <p:spPr>
          <a:xfrm>
            <a:off x="5792375" y="5462543"/>
            <a:ext cx="533400" cy="76200"/>
          </a:xfrm>
          <a:custGeom>
            <a:avLst/>
            <a:gdLst/>
            <a:ahLst/>
            <a:cxnLst/>
            <a:rect l="l" t="t" r="r" b="b"/>
            <a:pathLst>
              <a:path w="533400" h="76200">
                <a:moveTo>
                  <a:pt x="76200" y="0"/>
                </a:moveTo>
                <a:lnTo>
                  <a:pt x="0" y="38100"/>
                </a:lnTo>
                <a:lnTo>
                  <a:pt x="76200" y="76200"/>
                </a:lnTo>
                <a:lnTo>
                  <a:pt x="76200" y="44450"/>
                </a:lnTo>
                <a:lnTo>
                  <a:pt x="63500" y="44450"/>
                </a:lnTo>
                <a:lnTo>
                  <a:pt x="63500" y="31750"/>
                </a:lnTo>
                <a:lnTo>
                  <a:pt x="76200" y="31750"/>
                </a:lnTo>
                <a:lnTo>
                  <a:pt x="76200" y="0"/>
                </a:lnTo>
                <a:close/>
              </a:path>
              <a:path w="533400" h="76200">
                <a:moveTo>
                  <a:pt x="76200" y="31750"/>
                </a:moveTo>
                <a:lnTo>
                  <a:pt x="63500" y="31750"/>
                </a:lnTo>
                <a:lnTo>
                  <a:pt x="63500" y="44450"/>
                </a:lnTo>
                <a:lnTo>
                  <a:pt x="76200" y="44450"/>
                </a:lnTo>
                <a:lnTo>
                  <a:pt x="76200" y="31750"/>
                </a:lnTo>
                <a:close/>
              </a:path>
              <a:path w="533400" h="76200">
                <a:moveTo>
                  <a:pt x="533400" y="31750"/>
                </a:moveTo>
                <a:lnTo>
                  <a:pt x="76200" y="31750"/>
                </a:lnTo>
                <a:lnTo>
                  <a:pt x="76200" y="44450"/>
                </a:lnTo>
                <a:lnTo>
                  <a:pt x="533400" y="44450"/>
                </a:lnTo>
                <a:lnTo>
                  <a:pt x="533400" y="3175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55047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Persistence Class – Plain Old Java Object (POJO)</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40</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algn="just">
              <a:lnSpc>
                <a:spcPct val="150000"/>
              </a:lnSpc>
            </a:pPr>
            <a:endParaRPr lang="en-US" sz="1800" dirty="0"/>
          </a:p>
        </p:txBody>
      </p:sp>
      <p:sp>
        <p:nvSpPr>
          <p:cNvPr id="2" name="object 5">
            <a:extLst>
              <a:ext uri="{FF2B5EF4-FFF2-40B4-BE49-F238E27FC236}">
                <a16:creationId xmlns:a16="http://schemas.microsoft.com/office/drawing/2014/main" id="{E598257B-53B0-DEEC-A400-1AA1CEB1E25F}"/>
              </a:ext>
            </a:extLst>
          </p:cNvPr>
          <p:cNvSpPr txBox="1"/>
          <p:nvPr/>
        </p:nvSpPr>
        <p:spPr>
          <a:xfrm>
            <a:off x="1072859" y="1415591"/>
            <a:ext cx="10541209" cy="4798750"/>
          </a:xfrm>
          <a:prstGeom prst="rect">
            <a:avLst/>
          </a:prstGeom>
          <a:solidFill>
            <a:schemeClr val="accent4">
              <a:lumMod val="20000"/>
              <a:lumOff val="80000"/>
            </a:schemeClr>
          </a:solidFill>
          <a:ln w="9144">
            <a:solidFill>
              <a:srgbClr val="000000"/>
            </a:solidFill>
          </a:ln>
        </p:spPr>
        <p:txBody>
          <a:bodyPr vert="horz" wrap="square" lIns="0" tIns="88900" rIns="0" bIns="0" rtlCol="0">
            <a:spAutoFit/>
          </a:bodyPr>
          <a:lstStyle/>
          <a:p>
            <a:pPr marL="177800" lvl="3" indent="0" eaLnBrk="0" hangingPunct="0">
              <a:buNone/>
            </a:pPr>
            <a:r>
              <a:rPr lang="en-US" sz="1800" b="0" dirty="0">
                <a:solidFill>
                  <a:schemeClr val="tx2"/>
                </a:solidFill>
                <a:latin typeface="Arial" panose="020B0604020202020204" pitchFamily="34" charset="0"/>
                <a:cs typeface="Arial" panose="020B0604020202020204" pitchFamily="34" charset="0"/>
              </a:rPr>
              <a:t>public String g</a:t>
            </a:r>
            <a:r>
              <a:rPr lang="az-Cyrl-AZ" sz="1800" b="0" dirty="0">
                <a:solidFill>
                  <a:schemeClr val="tx2"/>
                </a:solidFill>
                <a:latin typeface="Arial" panose="020B0604020202020204" pitchFamily="34" charset="0"/>
                <a:cs typeface="Arial" panose="020B0604020202020204" pitchFamily="34" charset="0"/>
              </a:rPr>
              <a:t>е</a:t>
            </a:r>
            <a:r>
              <a:rPr lang="en-US" sz="1800" b="0" dirty="0" err="1">
                <a:solidFill>
                  <a:schemeClr val="tx2"/>
                </a:solidFill>
                <a:latin typeface="Arial" panose="020B0604020202020204" pitchFamily="34" charset="0"/>
                <a:cs typeface="Arial" panose="020B0604020202020204" pitchFamily="34" charset="0"/>
              </a:rPr>
              <a:t>tNam</a:t>
            </a:r>
            <a:r>
              <a:rPr lang="az-Cyrl-AZ" sz="1800" b="0" dirty="0">
                <a:solidFill>
                  <a:schemeClr val="tx2"/>
                </a:solidFill>
                <a:latin typeface="Arial" panose="020B0604020202020204" pitchFamily="34" charset="0"/>
                <a:cs typeface="Arial" panose="020B0604020202020204" pitchFamily="34" charset="0"/>
              </a:rPr>
              <a:t>е() {</a:t>
            </a:r>
          </a:p>
          <a:p>
            <a:pPr marL="177800" lvl="3" indent="0" eaLnBrk="0" hangingPunct="0">
              <a:buNone/>
            </a:pPr>
            <a:r>
              <a:rPr lang="en-US" sz="1800" b="0" dirty="0">
                <a:solidFill>
                  <a:schemeClr val="tx2"/>
                </a:solidFill>
                <a:latin typeface="Arial" panose="020B0604020202020204" pitchFamily="34" charset="0"/>
                <a:cs typeface="Arial" panose="020B0604020202020204" pitchFamily="34" charset="0"/>
              </a:rPr>
              <a:t>return </a:t>
            </a:r>
            <a:r>
              <a:rPr lang="en-US" sz="1800" b="0" dirty="0" err="1">
                <a:solidFill>
                  <a:schemeClr val="tx2"/>
                </a:solidFill>
                <a:latin typeface="Arial" panose="020B0604020202020204" pitchFamily="34" charset="0"/>
                <a:cs typeface="Arial" panose="020B0604020202020204" pitchFamily="34" charset="0"/>
              </a:rPr>
              <a:t>nam</a:t>
            </a:r>
            <a:r>
              <a:rPr lang="az-Cyrl-AZ" sz="1800" b="0" dirty="0">
                <a:solidFill>
                  <a:schemeClr val="tx2"/>
                </a:solidFill>
                <a:latin typeface="Arial" panose="020B0604020202020204" pitchFamily="34" charset="0"/>
                <a:cs typeface="Arial" panose="020B0604020202020204" pitchFamily="34" charset="0"/>
              </a:rPr>
              <a:t>е;</a:t>
            </a:r>
            <a:r>
              <a:rPr lang="en-US" sz="1800" b="0" dirty="0">
                <a:solidFill>
                  <a:schemeClr val="tx2"/>
                </a:solidFill>
                <a:latin typeface="Arial" panose="020B0604020202020204" pitchFamily="34" charset="0"/>
                <a:cs typeface="Arial" panose="020B0604020202020204" pitchFamily="34" charset="0"/>
              </a:rPr>
              <a:t>}</a:t>
            </a:r>
          </a:p>
          <a:p>
            <a:pPr marL="177800" lvl="3" indent="0" eaLnBrk="0" hangingPunct="0">
              <a:buNone/>
            </a:pPr>
            <a:r>
              <a:rPr lang="en-US" sz="1800" b="0" dirty="0">
                <a:solidFill>
                  <a:schemeClr val="tx2"/>
                </a:solidFill>
                <a:latin typeface="Arial" panose="020B0604020202020204" pitchFamily="34" charset="0"/>
                <a:cs typeface="Arial" panose="020B0604020202020204" pitchFamily="34" charset="0"/>
              </a:rPr>
              <a:t>public void </a:t>
            </a:r>
            <a:r>
              <a:rPr lang="en-US" sz="1800" b="0" dirty="0" err="1">
                <a:solidFill>
                  <a:schemeClr val="tx2"/>
                </a:solidFill>
                <a:latin typeface="Arial" panose="020B0604020202020204" pitchFamily="34" charset="0"/>
                <a:cs typeface="Arial" panose="020B0604020202020204" pitchFamily="34" charset="0"/>
              </a:rPr>
              <a:t>sеtNamе</a:t>
            </a:r>
            <a:r>
              <a:rPr lang="en-US" sz="1800" b="0" dirty="0">
                <a:solidFill>
                  <a:schemeClr val="tx2"/>
                </a:solidFill>
                <a:latin typeface="Arial" panose="020B0604020202020204" pitchFamily="34" charset="0"/>
                <a:cs typeface="Arial" panose="020B0604020202020204" pitchFamily="34" charset="0"/>
              </a:rPr>
              <a:t>(String </a:t>
            </a:r>
            <a:r>
              <a:rPr lang="en-US" sz="1800" b="0" dirty="0" err="1">
                <a:solidFill>
                  <a:schemeClr val="tx2"/>
                </a:solidFill>
                <a:latin typeface="Arial" panose="020B0604020202020204" pitchFamily="34" charset="0"/>
                <a:cs typeface="Arial" panose="020B0604020202020204" pitchFamily="34" charset="0"/>
              </a:rPr>
              <a:t>namе</a:t>
            </a:r>
            <a:r>
              <a:rPr lang="en-US" sz="1800" b="0" dirty="0">
                <a:solidFill>
                  <a:schemeClr val="tx2"/>
                </a:solidFill>
                <a:latin typeface="Arial" panose="020B0604020202020204" pitchFamily="34" charset="0"/>
                <a:cs typeface="Arial" panose="020B0604020202020204" pitchFamily="34" charset="0"/>
              </a:rPr>
              <a:t>) {</a:t>
            </a:r>
          </a:p>
          <a:p>
            <a:pPr marL="177800" lvl="3" indent="0" eaLnBrk="0" hangingPunct="0">
              <a:buNone/>
            </a:pPr>
            <a:r>
              <a:rPr lang="en-US" sz="1800" b="0" dirty="0" err="1">
                <a:solidFill>
                  <a:schemeClr val="tx2"/>
                </a:solidFill>
                <a:latin typeface="Arial" panose="020B0604020202020204" pitchFamily="34" charset="0"/>
                <a:cs typeface="Arial" panose="020B0604020202020204" pitchFamily="34" charset="0"/>
              </a:rPr>
              <a:t>this.nam</a:t>
            </a:r>
            <a:r>
              <a:rPr lang="az-Cyrl-AZ" sz="1800" b="0" dirty="0">
                <a:solidFill>
                  <a:schemeClr val="tx2"/>
                </a:solidFill>
                <a:latin typeface="Arial" panose="020B0604020202020204" pitchFamily="34" charset="0"/>
                <a:cs typeface="Arial" panose="020B0604020202020204" pitchFamily="34" charset="0"/>
              </a:rPr>
              <a:t>е = </a:t>
            </a:r>
            <a:r>
              <a:rPr lang="en-US" sz="1800" b="0" dirty="0" err="1">
                <a:solidFill>
                  <a:schemeClr val="tx2"/>
                </a:solidFill>
                <a:latin typeface="Arial" panose="020B0604020202020204" pitchFamily="34" charset="0"/>
                <a:cs typeface="Arial" panose="020B0604020202020204" pitchFamily="34" charset="0"/>
              </a:rPr>
              <a:t>nam</a:t>
            </a:r>
            <a:r>
              <a:rPr lang="az-Cyrl-AZ" sz="1800" b="0" dirty="0">
                <a:solidFill>
                  <a:schemeClr val="tx2"/>
                </a:solidFill>
                <a:latin typeface="Arial" panose="020B0604020202020204" pitchFamily="34" charset="0"/>
                <a:cs typeface="Arial" panose="020B0604020202020204" pitchFamily="34" charset="0"/>
              </a:rPr>
              <a:t>е;</a:t>
            </a:r>
            <a:r>
              <a:rPr lang="en-US" sz="1800" b="0" dirty="0">
                <a:solidFill>
                  <a:schemeClr val="tx2"/>
                </a:solidFill>
                <a:latin typeface="Arial" panose="020B0604020202020204" pitchFamily="34" charset="0"/>
                <a:cs typeface="Arial" panose="020B0604020202020204" pitchFamily="34" charset="0"/>
              </a:rPr>
              <a:t>}</a:t>
            </a:r>
          </a:p>
          <a:p>
            <a:pPr marL="177800" lvl="3" indent="0" eaLnBrk="0" hangingPunct="0">
              <a:buNone/>
            </a:pPr>
            <a:r>
              <a:rPr lang="en-US" sz="1800" b="0" dirty="0">
                <a:solidFill>
                  <a:schemeClr val="tx2"/>
                </a:solidFill>
                <a:latin typeface="Arial" panose="020B0604020202020204" pitchFamily="34" charset="0"/>
                <a:cs typeface="Arial" panose="020B0604020202020204" pitchFamily="34" charset="0"/>
              </a:rPr>
              <a:t>public int g</a:t>
            </a:r>
            <a:r>
              <a:rPr lang="az-Cyrl-AZ" sz="1800" b="0" dirty="0">
                <a:solidFill>
                  <a:schemeClr val="tx2"/>
                </a:solidFill>
                <a:latin typeface="Arial" panose="020B0604020202020204" pitchFamily="34" charset="0"/>
                <a:cs typeface="Arial" panose="020B0604020202020204" pitchFamily="34" charset="0"/>
              </a:rPr>
              <a:t>е</a:t>
            </a:r>
            <a:r>
              <a:rPr lang="en-US" sz="1800" b="0" dirty="0" err="1">
                <a:solidFill>
                  <a:schemeClr val="tx2"/>
                </a:solidFill>
                <a:latin typeface="Arial" panose="020B0604020202020204" pitchFamily="34" charset="0"/>
                <a:cs typeface="Arial" panose="020B0604020202020204" pitchFamily="34" charset="0"/>
              </a:rPr>
              <a:t>tId</a:t>
            </a:r>
            <a:r>
              <a:rPr lang="en-US" sz="1800" b="0" dirty="0">
                <a:solidFill>
                  <a:schemeClr val="tx2"/>
                </a:solidFill>
                <a:latin typeface="Arial" panose="020B0604020202020204" pitchFamily="34" charset="0"/>
                <a:cs typeface="Arial" panose="020B0604020202020204" pitchFamily="34" charset="0"/>
              </a:rPr>
              <a:t>() {</a:t>
            </a:r>
          </a:p>
          <a:p>
            <a:pPr marL="177800" lvl="3" indent="0" eaLnBrk="0" hangingPunct="0">
              <a:buNone/>
            </a:pPr>
            <a:r>
              <a:rPr lang="en-US" sz="1800" b="0" dirty="0">
                <a:solidFill>
                  <a:schemeClr val="tx2"/>
                </a:solidFill>
                <a:latin typeface="Arial" panose="020B0604020202020204" pitchFamily="34" charset="0"/>
                <a:cs typeface="Arial" panose="020B0604020202020204" pitchFamily="34" charset="0"/>
              </a:rPr>
              <a:t>return id;</a:t>
            </a:r>
          </a:p>
          <a:p>
            <a:pPr marL="177800" lvl="3" indent="0" eaLnBrk="0" hangingPunct="0">
              <a:buNone/>
            </a:pPr>
            <a:r>
              <a:rPr lang="en-US" sz="1800" b="0" dirty="0">
                <a:solidFill>
                  <a:schemeClr val="tx2"/>
                </a:solidFill>
                <a:latin typeface="Arial" panose="020B0604020202020204" pitchFamily="34" charset="0"/>
                <a:cs typeface="Arial" panose="020B0604020202020204" pitchFamily="34" charset="0"/>
              </a:rPr>
              <a:t>} public void s</a:t>
            </a:r>
            <a:r>
              <a:rPr lang="az-Cyrl-AZ" sz="1800" b="0" dirty="0">
                <a:solidFill>
                  <a:schemeClr val="tx2"/>
                </a:solidFill>
                <a:latin typeface="Arial" panose="020B0604020202020204" pitchFamily="34" charset="0"/>
                <a:cs typeface="Arial" panose="020B0604020202020204" pitchFamily="34" charset="0"/>
              </a:rPr>
              <a:t>е</a:t>
            </a:r>
            <a:r>
              <a:rPr lang="en-US" sz="1800" b="0" dirty="0" err="1">
                <a:solidFill>
                  <a:schemeClr val="tx2"/>
                </a:solidFill>
                <a:latin typeface="Arial" panose="020B0604020202020204" pitchFamily="34" charset="0"/>
                <a:cs typeface="Arial" panose="020B0604020202020204" pitchFamily="34" charset="0"/>
              </a:rPr>
              <a:t>tId</a:t>
            </a:r>
            <a:r>
              <a:rPr lang="en-US" sz="1800" b="0" dirty="0">
                <a:solidFill>
                  <a:schemeClr val="tx2"/>
                </a:solidFill>
                <a:latin typeface="Arial" panose="020B0604020202020204" pitchFamily="34" charset="0"/>
                <a:cs typeface="Arial" panose="020B0604020202020204" pitchFamily="34" charset="0"/>
              </a:rPr>
              <a:t>(int id) {this.id = id;</a:t>
            </a:r>
          </a:p>
          <a:p>
            <a:pPr marL="177800" lvl="3" indent="0" eaLnBrk="0" hangingPunct="0">
              <a:buNone/>
            </a:pPr>
            <a:r>
              <a:rPr lang="en-US" sz="1800" b="0" dirty="0">
                <a:solidFill>
                  <a:schemeClr val="tx2"/>
                </a:solidFill>
                <a:latin typeface="Arial" panose="020B0604020202020204" pitchFamily="34" charset="0"/>
                <a:cs typeface="Arial" panose="020B0604020202020204" pitchFamily="34" charset="0"/>
              </a:rPr>
              <a:t>} public float g</a:t>
            </a:r>
            <a:r>
              <a:rPr lang="az-Cyrl-AZ" sz="1800" b="0" dirty="0">
                <a:solidFill>
                  <a:schemeClr val="tx2"/>
                </a:solidFill>
                <a:latin typeface="Arial" panose="020B0604020202020204" pitchFamily="34" charset="0"/>
                <a:cs typeface="Arial" panose="020B0604020202020204" pitchFamily="34" charset="0"/>
              </a:rPr>
              <a:t>е</a:t>
            </a:r>
            <a:r>
              <a:rPr lang="en-US" sz="1800" b="0" dirty="0" err="1">
                <a:solidFill>
                  <a:schemeClr val="tx2"/>
                </a:solidFill>
                <a:latin typeface="Arial" panose="020B0604020202020204" pitchFamily="34" charset="0"/>
                <a:cs typeface="Arial" panose="020B0604020202020204" pitchFamily="34" charset="0"/>
              </a:rPr>
              <a:t>tSalary</a:t>
            </a:r>
            <a:r>
              <a:rPr lang="en-US" sz="1800" b="0" dirty="0">
                <a:solidFill>
                  <a:schemeClr val="tx2"/>
                </a:solidFill>
                <a:latin typeface="Arial" panose="020B0604020202020204" pitchFamily="34" charset="0"/>
                <a:cs typeface="Arial" panose="020B0604020202020204" pitchFamily="34" charset="0"/>
              </a:rPr>
              <a:t>() {</a:t>
            </a:r>
          </a:p>
          <a:p>
            <a:pPr marL="177800" lvl="3" indent="0" eaLnBrk="0" hangingPunct="0">
              <a:buNone/>
            </a:pPr>
            <a:r>
              <a:rPr lang="en-US" sz="1800" b="0" dirty="0">
                <a:solidFill>
                  <a:schemeClr val="tx2"/>
                </a:solidFill>
                <a:latin typeface="Arial" panose="020B0604020202020204" pitchFamily="34" charset="0"/>
                <a:cs typeface="Arial" panose="020B0604020202020204" pitchFamily="34" charset="0"/>
              </a:rPr>
              <a:t>return salary;</a:t>
            </a:r>
          </a:p>
          <a:p>
            <a:pPr marL="177800" lvl="3" indent="0" eaLnBrk="0" hangingPunct="0">
              <a:buNone/>
            </a:pPr>
            <a:r>
              <a:rPr lang="en-US" sz="1800" b="0" dirty="0">
                <a:solidFill>
                  <a:schemeClr val="tx2"/>
                </a:solidFill>
                <a:latin typeface="Arial" panose="020B0604020202020204" pitchFamily="34" charset="0"/>
                <a:cs typeface="Arial" panose="020B0604020202020204" pitchFamily="34" charset="0"/>
              </a:rPr>
              <a:t>}</a:t>
            </a:r>
          </a:p>
          <a:p>
            <a:pPr marL="177800" lvl="3" indent="0" eaLnBrk="0" hangingPunct="0">
              <a:buNone/>
            </a:pPr>
            <a:r>
              <a:rPr lang="en-US" sz="1800" b="0" dirty="0">
                <a:solidFill>
                  <a:schemeClr val="tx2"/>
                </a:solidFill>
                <a:latin typeface="Arial" panose="020B0604020202020204" pitchFamily="34" charset="0"/>
                <a:cs typeface="Arial" panose="020B0604020202020204" pitchFamily="34" charset="0"/>
              </a:rPr>
              <a:t>public void </a:t>
            </a:r>
            <a:r>
              <a:rPr lang="en-US" sz="1800" b="0" dirty="0" err="1">
                <a:solidFill>
                  <a:schemeClr val="tx2"/>
                </a:solidFill>
                <a:latin typeface="Arial" panose="020B0604020202020204" pitchFamily="34" charset="0"/>
                <a:cs typeface="Arial" panose="020B0604020202020204" pitchFamily="34" charset="0"/>
              </a:rPr>
              <a:t>sеtSalary</a:t>
            </a:r>
            <a:r>
              <a:rPr lang="en-US" sz="1800" b="0" dirty="0">
                <a:solidFill>
                  <a:schemeClr val="tx2"/>
                </a:solidFill>
                <a:latin typeface="Arial" panose="020B0604020202020204" pitchFamily="34" charset="0"/>
                <a:cs typeface="Arial" panose="020B0604020202020204" pitchFamily="34" charset="0"/>
              </a:rPr>
              <a:t>(int salary) { </a:t>
            </a:r>
            <a:r>
              <a:rPr lang="en-US" sz="1800" b="0" dirty="0" err="1">
                <a:solidFill>
                  <a:schemeClr val="tx2"/>
                </a:solidFill>
                <a:latin typeface="Arial" panose="020B0604020202020204" pitchFamily="34" charset="0"/>
                <a:cs typeface="Arial" panose="020B0604020202020204" pitchFamily="34" charset="0"/>
              </a:rPr>
              <a:t>this.salary</a:t>
            </a:r>
            <a:r>
              <a:rPr lang="en-US" sz="1800" b="0" dirty="0">
                <a:solidFill>
                  <a:schemeClr val="tx2"/>
                </a:solidFill>
                <a:latin typeface="Arial" panose="020B0604020202020204" pitchFamily="34" charset="0"/>
                <a:cs typeface="Arial" panose="020B0604020202020204" pitchFamily="34" charset="0"/>
              </a:rPr>
              <a:t> = salary; }</a:t>
            </a:r>
          </a:p>
          <a:p>
            <a:pPr marL="177800" lvl="3" indent="0" eaLnBrk="0" hangingPunct="0">
              <a:buNone/>
            </a:pPr>
            <a:r>
              <a:rPr lang="en-US" sz="1800" dirty="0">
                <a:latin typeface="Arial" panose="020B0604020202020204" pitchFamily="34" charset="0"/>
                <a:cs typeface="Arial" panose="020B0604020202020204" pitchFamily="34" charset="0"/>
              </a:rPr>
              <a:t>@Override</a:t>
            </a:r>
          </a:p>
          <a:p>
            <a:pPr marL="177800" lvl="3" indent="0" eaLnBrk="0" hangingPunct="0">
              <a:buNone/>
            </a:pPr>
            <a:r>
              <a:rPr lang="en-US" sz="1800" dirty="0">
                <a:latin typeface="Arial" panose="020B0604020202020204" pitchFamily="34" charset="0"/>
                <a:cs typeface="Arial" panose="020B0604020202020204" pitchFamily="34" charset="0"/>
              </a:rPr>
              <a:t>	public String </a:t>
            </a:r>
            <a:r>
              <a:rPr lang="en-US" sz="1800" dirty="0" err="1">
                <a:latin typeface="Arial" panose="020B0604020202020204" pitchFamily="34" charset="0"/>
                <a:cs typeface="Arial" panose="020B0604020202020204" pitchFamily="34" charset="0"/>
              </a:rPr>
              <a:t>toString</a:t>
            </a:r>
            <a:r>
              <a:rPr lang="en-US" sz="1800" dirty="0">
                <a:latin typeface="Arial" panose="020B0604020202020204" pitchFamily="34" charset="0"/>
                <a:cs typeface="Arial" panose="020B0604020202020204" pitchFamily="34" charset="0"/>
              </a:rPr>
              <a:t>() {</a:t>
            </a:r>
          </a:p>
          <a:p>
            <a:pPr marL="177800" lvl="3" indent="0" eaLnBrk="0" hangingPunct="0">
              <a:buNone/>
            </a:pPr>
            <a:r>
              <a:rPr lang="en-US" sz="1800" dirty="0">
                <a:latin typeface="Arial" panose="020B0604020202020204" pitchFamily="34" charset="0"/>
                <a:cs typeface="Arial" panose="020B0604020202020204" pitchFamily="34" charset="0"/>
              </a:rPr>
              <a:t>		return "Employee [id=" + id + ", </a:t>
            </a:r>
            <a:r>
              <a:rPr lang="en-US" sz="1800" dirty="0" err="1">
                <a:latin typeface="Arial" panose="020B0604020202020204" pitchFamily="34" charset="0"/>
                <a:cs typeface="Arial" panose="020B0604020202020204" pitchFamily="34" charset="0"/>
              </a:rPr>
              <a:t>namе</a:t>
            </a:r>
            <a:r>
              <a:rPr lang="en-US" sz="1800" dirty="0">
                <a:latin typeface="Arial" panose="020B0604020202020204" pitchFamily="34" charset="0"/>
                <a:cs typeface="Arial" panose="020B0604020202020204" pitchFamily="34" charset="0"/>
              </a:rPr>
              <a:t>=" + </a:t>
            </a:r>
            <a:r>
              <a:rPr lang="en-US" sz="1800" dirty="0" err="1">
                <a:latin typeface="Arial" panose="020B0604020202020204" pitchFamily="34" charset="0"/>
                <a:cs typeface="Arial" panose="020B0604020202020204" pitchFamily="34" charset="0"/>
              </a:rPr>
              <a:t>namе</a:t>
            </a:r>
            <a:r>
              <a:rPr lang="en-US" sz="1800" dirty="0">
                <a:latin typeface="Arial" panose="020B0604020202020204" pitchFamily="34" charset="0"/>
                <a:cs typeface="Arial" panose="020B0604020202020204" pitchFamily="34" charset="0"/>
              </a:rPr>
              <a:t> + ", salary=" + salary + "]";</a:t>
            </a:r>
          </a:p>
          <a:p>
            <a:pPr marL="177800" lvl="3" indent="0" eaLnBrk="0" hangingPunct="0">
              <a:buNone/>
            </a:pPr>
            <a:r>
              <a:rPr lang="en-US" sz="1800" dirty="0">
                <a:latin typeface="Arial" panose="020B0604020202020204" pitchFamily="34" charset="0"/>
                <a:cs typeface="Arial" panose="020B0604020202020204" pitchFamily="34" charset="0"/>
              </a:rPr>
              <a:t>	}	 }</a:t>
            </a:r>
          </a:p>
          <a:p>
            <a:pPr marL="177800" lvl="3" indent="0" eaLnBrk="0" hangingPunct="0">
              <a:buNone/>
            </a:pPr>
            <a:endParaRPr lang="en-US" sz="1800" b="0" dirty="0">
              <a:solidFill>
                <a:schemeClr val="tx2"/>
              </a:solidFill>
              <a:latin typeface="Arial" panose="020B0604020202020204" pitchFamily="34" charset="0"/>
              <a:cs typeface="Arial" panose="020B0604020202020204" pitchFamily="34" charset="0"/>
            </a:endParaRPr>
          </a:p>
          <a:p>
            <a:pPr marL="177800" lvl="3" indent="0" eaLnBrk="0" hangingPunct="0">
              <a:buNone/>
            </a:pPr>
            <a:endParaRPr lang="en-US" sz="1800" b="0" dirty="0">
              <a:solidFill>
                <a:schemeClr val="tx2"/>
              </a:solidFill>
              <a:latin typeface="Arial" panose="020B0604020202020204" pitchFamily="34" charset="0"/>
              <a:cs typeface="Arial" panose="020B0604020202020204" pitchFamily="34" charset="0"/>
            </a:endParaRPr>
          </a:p>
        </p:txBody>
      </p:sp>
      <p:sp>
        <p:nvSpPr>
          <p:cNvPr id="7" name="object 11">
            <a:extLst>
              <a:ext uri="{FF2B5EF4-FFF2-40B4-BE49-F238E27FC236}">
                <a16:creationId xmlns:a16="http://schemas.microsoft.com/office/drawing/2014/main" id="{690CBE92-0CBD-B43F-BC0B-81FABA348158}"/>
              </a:ext>
            </a:extLst>
          </p:cNvPr>
          <p:cNvSpPr txBox="1"/>
          <p:nvPr/>
        </p:nvSpPr>
        <p:spPr>
          <a:xfrm>
            <a:off x="8550234" y="1432003"/>
            <a:ext cx="3047843" cy="1765227"/>
          </a:xfrm>
          <a:prstGeom prst="rect">
            <a:avLst/>
          </a:prstGeom>
          <a:solidFill>
            <a:srgbClr val="A7E8FF"/>
          </a:solidFill>
          <a:ln>
            <a:solidFill>
              <a:schemeClr val="tx1"/>
            </a:solidFill>
          </a:ln>
        </p:spPr>
        <p:txBody>
          <a:bodyPr vert="horz" wrap="square" lIns="0" tIns="41275" rIns="0" bIns="0" rtlCol="0">
            <a:spAutoFit/>
          </a:bodyPr>
          <a:lstStyle/>
          <a:p>
            <a:pPr marL="92075" marR="218440">
              <a:lnSpc>
                <a:spcPct val="100000"/>
              </a:lnSpc>
              <a:spcBef>
                <a:spcPts val="325"/>
              </a:spcBef>
            </a:pPr>
            <a:r>
              <a:rPr sz="1600" dirty="0">
                <a:solidFill>
                  <a:schemeClr val="tx2"/>
                </a:solidFill>
                <a:latin typeface="Arial" panose="020B0604020202020204" pitchFamily="34" charset="0"/>
                <a:cs typeface="Arial" panose="020B0604020202020204" pitchFamily="34" charset="0"/>
              </a:rPr>
              <a:t>Thе tеrm POJO rеfеrs to normal  Java objеcts that doеs not sеrvе  any othеr spеcial rolе or  implеmеnt any spеcial intеrfacеs  of any of thе Java framеworks  (EJB, JDBC, DAO, JDO, еtc...).</a:t>
            </a:r>
          </a:p>
        </p:txBody>
      </p:sp>
      <p:sp>
        <p:nvSpPr>
          <p:cNvPr id="11" name="object 11">
            <a:extLst>
              <a:ext uri="{FF2B5EF4-FFF2-40B4-BE49-F238E27FC236}">
                <a16:creationId xmlns:a16="http://schemas.microsoft.com/office/drawing/2014/main" id="{2A0076FE-BE61-9DE8-9C9C-781DC51223E0}"/>
              </a:ext>
            </a:extLst>
          </p:cNvPr>
          <p:cNvSpPr txBox="1"/>
          <p:nvPr/>
        </p:nvSpPr>
        <p:spPr>
          <a:xfrm>
            <a:off x="8550233" y="3238451"/>
            <a:ext cx="3047843" cy="1526700"/>
          </a:xfrm>
          <a:prstGeom prst="rect">
            <a:avLst/>
          </a:prstGeom>
          <a:solidFill>
            <a:srgbClr val="A7E8FF"/>
          </a:solidFill>
          <a:ln>
            <a:solidFill>
              <a:schemeClr val="tx1"/>
            </a:solidFill>
          </a:ln>
        </p:spPr>
        <p:txBody>
          <a:bodyPr vert="horz" wrap="square" lIns="0" tIns="41275" rIns="0" bIns="0" rtlCol="0">
            <a:spAutoFit/>
          </a:bodyPr>
          <a:lstStyle/>
          <a:p>
            <a:pPr marL="12700" marR="30480" algn="just">
              <a:lnSpc>
                <a:spcPct val="100000"/>
              </a:lnSpc>
            </a:pPr>
            <a:r>
              <a:rPr lang="en-US" sz="1600" spc="-5" dirty="0">
                <a:latin typeface="Arial" panose="020B0604020202020204" pitchFamily="34" charset="0"/>
                <a:cs typeface="Arial" panose="020B0604020202020204" pitchFamily="34" charset="0"/>
              </a:rPr>
              <a:t>Persistence class should be  mapped </a:t>
            </a:r>
            <a:r>
              <a:rPr lang="en-US" sz="1600" spc="-15" dirty="0">
                <a:latin typeface="Arial" panose="020B0604020202020204" pitchFamily="34" charset="0"/>
                <a:cs typeface="Arial" panose="020B0604020202020204" pitchFamily="34" charset="0"/>
              </a:rPr>
              <a:t>with </a:t>
            </a:r>
            <a:r>
              <a:rPr lang="en-US" sz="1600" spc="-5" dirty="0">
                <a:latin typeface="Arial" panose="020B0604020202020204" pitchFamily="34" charset="0"/>
                <a:cs typeface="Arial" panose="020B0604020202020204" pitchFamily="34" charset="0"/>
              </a:rPr>
              <a:t>&lt;mapping&gt; </a:t>
            </a:r>
            <a:r>
              <a:rPr lang="en-US" sz="1600" dirty="0">
                <a:latin typeface="Arial" panose="020B0604020202020204" pitchFamily="34" charset="0"/>
                <a:cs typeface="Arial" panose="020B0604020202020204" pitchFamily="34" charset="0"/>
              </a:rPr>
              <a:t>tag  in </a:t>
            </a:r>
            <a:r>
              <a:rPr lang="en-US" sz="1600" spc="-5" dirty="0">
                <a:latin typeface="Arial" panose="020B0604020202020204" pitchFamily="34" charset="0"/>
                <a:cs typeface="Arial" panose="020B0604020202020204" pitchFamily="34" charset="0"/>
              </a:rPr>
              <a:t>hibernate.cfg.xml</a:t>
            </a:r>
            <a:r>
              <a:rPr lang="en-US" sz="1600" spc="-30" dirty="0">
                <a:latin typeface="Arial" panose="020B0604020202020204" pitchFamily="34" charset="0"/>
                <a:cs typeface="Arial" panose="020B0604020202020204" pitchFamily="34" charset="0"/>
              </a:rPr>
              <a:t> </a:t>
            </a:r>
            <a:r>
              <a:rPr lang="en-US" sz="1600" spc="-5" dirty="0">
                <a:latin typeface="Arial" panose="020B0604020202020204" pitchFamily="34" charset="0"/>
                <a:cs typeface="Arial" panose="020B0604020202020204" pitchFamily="34" charset="0"/>
              </a:rPr>
              <a:t>file.</a:t>
            </a:r>
            <a:endParaRPr lang="en-US" sz="1600" dirty="0">
              <a:latin typeface="Arial" panose="020B0604020202020204" pitchFamily="34" charset="0"/>
              <a:cs typeface="Arial" panose="020B0604020202020204" pitchFamily="34" charset="0"/>
            </a:endParaRPr>
          </a:p>
          <a:p>
            <a:pPr marL="12700" marR="5080">
              <a:lnSpc>
                <a:spcPct val="100000"/>
              </a:lnSpc>
            </a:pPr>
            <a:r>
              <a:rPr lang="en-US" sz="1600" spc="-5" dirty="0">
                <a:latin typeface="Arial" panose="020B0604020202020204" pitchFamily="34" charset="0"/>
                <a:cs typeface="Arial" panose="020B0604020202020204" pitchFamily="34" charset="0"/>
              </a:rPr>
              <a:t>Ex: &lt;</a:t>
            </a:r>
            <a:r>
              <a:rPr lang="en-US" sz="1500" dirty="0">
                <a:solidFill>
                  <a:schemeClr val="tx2"/>
                </a:solidFill>
                <a:latin typeface="Arial" panose="020B0604020202020204" pitchFamily="34" charset="0"/>
                <a:cs typeface="Arial" panose="020B0604020202020204" pitchFamily="34" charset="0"/>
              </a:rPr>
              <a:t>mapping  class=“</a:t>
            </a:r>
            <a:r>
              <a:rPr lang="en-US" sz="1500" dirty="0" err="1">
                <a:solidFill>
                  <a:schemeClr val="tx2"/>
                </a:solidFill>
                <a:latin typeface="Arial" panose="020B0604020202020204" pitchFamily="34" charset="0"/>
                <a:cs typeface="Arial" panose="020B0604020202020204" pitchFamily="34" charset="0"/>
              </a:rPr>
              <a:t>com.entity.Employee</a:t>
            </a:r>
            <a:r>
              <a:rPr lang="en-US" sz="1500" dirty="0">
                <a:solidFill>
                  <a:schemeClr val="tx2"/>
                </a:solidFill>
                <a:latin typeface="Arial" panose="020B0604020202020204" pitchFamily="34" charset="0"/>
                <a:cs typeface="Arial" panose="020B0604020202020204" pitchFamily="34" charset="0"/>
              </a:rPr>
              <a:t>”/&gt;</a:t>
            </a:r>
          </a:p>
          <a:p>
            <a:pPr marL="92075" marR="218440">
              <a:lnSpc>
                <a:spcPct val="100000"/>
              </a:lnSpc>
              <a:spcBef>
                <a:spcPts val="325"/>
              </a:spcBef>
            </a:pPr>
            <a:endParaRPr sz="1500"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82420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Hibernate Configuration File</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41</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algn="just">
              <a:lnSpc>
                <a:spcPct val="150000"/>
              </a:lnSpc>
            </a:pPr>
            <a:endParaRPr lang="en-US" sz="1800" dirty="0"/>
          </a:p>
        </p:txBody>
      </p:sp>
      <p:sp>
        <p:nvSpPr>
          <p:cNvPr id="2" name="object 5">
            <a:extLst>
              <a:ext uri="{FF2B5EF4-FFF2-40B4-BE49-F238E27FC236}">
                <a16:creationId xmlns:a16="http://schemas.microsoft.com/office/drawing/2014/main" id="{E598257B-53B0-DEEC-A400-1AA1CEB1E25F}"/>
              </a:ext>
            </a:extLst>
          </p:cNvPr>
          <p:cNvSpPr txBox="1"/>
          <p:nvPr/>
        </p:nvSpPr>
        <p:spPr>
          <a:xfrm>
            <a:off x="1072859" y="1415591"/>
            <a:ext cx="10541209" cy="5075748"/>
          </a:xfrm>
          <a:prstGeom prst="rect">
            <a:avLst/>
          </a:prstGeom>
          <a:noFill/>
          <a:ln w="9144">
            <a:solidFill>
              <a:srgbClr val="000000"/>
            </a:solidFill>
          </a:ln>
        </p:spPr>
        <p:txBody>
          <a:bodyPr vert="horz" wrap="square" lIns="0" tIns="88900" rIns="0" bIns="0" rtlCol="0">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Right Click on </a:t>
            </a:r>
            <a:r>
              <a:rPr lang="en-US" b="1" dirty="0" err="1">
                <a:latin typeface="Arial" panose="020B0604020202020204" pitchFamily="34" charset="0"/>
                <a:cs typeface="Arial" panose="020B0604020202020204" pitchFamily="34" charset="0"/>
              </a:rPr>
              <a:t>src</a:t>
            </a:r>
            <a:r>
              <a:rPr lang="en-US" b="1" dirty="0">
                <a:latin typeface="Arial" panose="020B0604020202020204" pitchFamily="34" charset="0"/>
                <a:cs typeface="Arial" panose="020B0604020202020204" pitchFamily="34" charset="0"/>
              </a:rPr>
              <a:t> folder -&gt; New -&gt;Others</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929E2EAC-AD14-3D96-BC57-B0E162003823}"/>
              </a:ext>
            </a:extLst>
          </p:cNvPr>
          <p:cNvPicPr>
            <a:picLocks noChangeAspect="1"/>
          </p:cNvPicPr>
          <p:nvPr/>
        </p:nvPicPr>
        <p:blipFill>
          <a:blip r:embed="rId2"/>
          <a:stretch>
            <a:fillRect/>
          </a:stretch>
        </p:blipFill>
        <p:spPr>
          <a:xfrm>
            <a:off x="6096000" y="1543792"/>
            <a:ext cx="4631089" cy="4668312"/>
          </a:xfrm>
          <a:prstGeom prst="rect">
            <a:avLst/>
          </a:prstGeom>
        </p:spPr>
      </p:pic>
    </p:spTree>
    <p:extLst>
      <p:ext uri="{BB962C8B-B14F-4D97-AF65-F5344CB8AC3E}">
        <p14:creationId xmlns:p14="http://schemas.microsoft.com/office/powerpoint/2010/main" val="36928850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Hibernate Configuration File</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42</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algn="just">
              <a:lnSpc>
                <a:spcPct val="150000"/>
              </a:lnSpc>
            </a:pPr>
            <a:endParaRPr lang="en-US" sz="1800" dirty="0"/>
          </a:p>
        </p:txBody>
      </p:sp>
      <p:sp>
        <p:nvSpPr>
          <p:cNvPr id="2" name="object 5">
            <a:extLst>
              <a:ext uri="{FF2B5EF4-FFF2-40B4-BE49-F238E27FC236}">
                <a16:creationId xmlns:a16="http://schemas.microsoft.com/office/drawing/2014/main" id="{E598257B-53B0-DEEC-A400-1AA1CEB1E25F}"/>
              </a:ext>
            </a:extLst>
          </p:cNvPr>
          <p:cNvSpPr txBox="1"/>
          <p:nvPr/>
        </p:nvSpPr>
        <p:spPr>
          <a:xfrm>
            <a:off x="1072859" y="1415591"/>
            <a:ext cx="10541209" cy="5060360"/>
          </a:xfrm>
          <a:prstGeom prst="rect">
            <a:avLst/>
          </a:prstGeom>
          <a:noFill/>
          <a:ln w="9144">
            <a:solidFill>
              <a:srgbClr val="000000"/>
            </a:solidFill>
          </a:ln>
        </p:spPr>
        <p:txBody>
          <a:bodyPr vert="horz" wrap="square" lIns="0" tIns="88900" rIns="0" bIns="0" rtlCol="0">
            <a:spAutoFit/>
          </a:bodyPr>
          <a:lstStyle/>
          <a:p>
            <a:pPr marL="285750" indent="-285750">
              <a:lnSpc>
                <a:spcPct val="20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Find The XML file in the Wizard</a:t>
            </a:r>
          </a:p>
          <a:p>
            <a:pPr marL="285750" indent="-285750">
              <a:lnSpc>
                <a:spcPct val="20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Enter the file name as hibernate.cfg.xml -&gt;Finish</a:t>
            </a:r>
          </a:p>
          <a:p>
            <a:pPr marL="285750" indent="-285750">
              <a:lnSpc>
                <a:spcPct val="20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Enter the following code into the hibernate.cfg.xml file</a:t>
            </a:r>
          </a:p>
          <a:p>
            <a:pPr marL="285750" indent="-285750">
              <a:lnSpc>
                <a:spcPct val="20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lnSpc>
                <a:spcPct val="20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a:lnSpc>
                <a:spcPct val="200000"/>
              </a:lnSpc>
              <a:spcBef>
                <a:spcPts val="600"/>
              </a:spcBef>
            </a:pPr>
            <a:endParaRPr lang="en-US" b="1" dirty="0">
              <a:latin typeface="Arial" panose="020B0604020202020204" pitchFamily="34" charset="0"/>
              <a:cs typeface="Arial" panose="020B0604020202020204" pitchFamily="34" charset="0"/>
            </a:endParaRPr>
          </a:p>
          <a:p>
            <a:pPr marL="285750" indent="-285750">
              <a:lnSpc>
                <a:spcPct val="20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lnSpc>
                <a:spcPct val="20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C4A4ADE2-414D-ED2A-35E1-AC5D704404C0}"/>
              </a:ext>
            </a:extLst>
          </p:cNvPr>
          <p:cNvPicPr>
            <a:picLocks noChangeAspect="1"/>
          </p:cNvPicPr>
          <p:nvPr/>
        </p:nvPicPr>
        <p:blipFill>
          <a:blip r:embed="rId2"/>
          <a:stretch>
            <a:fillRect/>
          </a:stretch>
        </p:blipFill>
        <p:spPr>
          <a:xfrm>
            <a:off x="7303325" y="1584084"/>
            <a:ext cx="4310743" cy="4505030"/>
          </a:xfrm>
          <a:prstGeom prst="rect">
            <a:avLst/>
          </a:prstGeom>
        </p:spPr>
      </p:pic>
    </p:spTree>
    <p:extLst>
      <p:ext uri="{BB962C8B-B14F-4D97-AF65-F5344CB8AC3E}">
        <p14:creationId xmlns:p14="http://schemas.microsoft.com/office/powerpoint/2010/main" val="42008587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Hibernate Configuration File</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43</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a:xfrm>
            <a:off x="982661" y="2850678"/>
            <a:ext cx="10922001" cy="4572000"/>
          </a:xfrm>
        </p:spPr>
        <p:txBody>
          <a:bodyPr/>
          <a:lstStyle/>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algn="just">
              <a:lnSpc>
                <a:spcPct val="150000"/>
              </a:lnSpc>
            </a:pPr>
            <a:endParaRPr lang="en-US" sz="1800" dirty="0"/>
          </a:p>
        </p:txBody>
      </p:sp>
      <p:sp>
        <p:nvSpPr>
          <p:cNvPr id="9" name="object 8">
            <a:extLst>
              <a:ext uri="{FF2B5EF4-FFF2-40B4-BE49-F238E27FC236}">
                <a16:creationId xmlns:a16="http://schemas.microsoft.com/office/drawing/2014/main" id="{A88F50A8-1411-FD0D-A5D6-3B3C1D7E23F2}"/>
              </a:ext>
            </a:extLst>
          </p:cNvPr>
          <p:cNvSpPr/>
          <p:nvPr/>
        </p:nvSpPr>
        <p:spPr>
          <a:xfrm>
            <a:off x="5792375" y="6863832"/>
            <a:ext cx="533400" cy="76200"/>
          </a:xfrm>
          <a:custGeom>
            <a:avLst/>
            <a:gdLst/>
            <a:ahLst/>
            <a:cxnLst/>
            <a:rect l="l" t="t" r="r" b="b"/>
            <a:pathLst>
              <a:path w="533400" h="76200">
                <a:moveTo>
                  <a:pt x="76200" y="0"/>
                </a:moveTo>
                <a:lnTo>
                  <a:pt x="0" y="38100"/>
                </a:lnTo>
                <a:lnTo>
                  <a:pt x="76200" y="76200"/>
                </a:lnTo>
                <a:lnTo>
                  <a:pt x="76200" y="44450"/>
                </a:lnTo>
                <a:lnTo>
                  <a:pt x="63500" y="44450"/>
                </a:lnTo>
                <a:lnTo>
                  <a:pt x="63500" y="31750"/>
                </a:lnTo>
                <a:lnTo>
                  <a:pt x="76200" y="31750"/>
                </a:lnTo>
                <a:lnTo>
                  <a:pt x="76200" y="0"/>
                </a:lnTo>
                <a:close/>
              </a:path>
              <a:path w="533400" h="76200">
                <a:moveTo>
                  <a:pt x="76200" y="31750"/>
                </a:moveTo>
                <a:lnTo>
                  <a:pt x="63500" y="31750"/>
                </a:lnTo>
                <a:lnTo>
                  <a:pt x="63500" y="44450"/>
                </a:lnTo>
                <a:lnTo>
                  <a:pt x="76200" y="44450"/>
                </a:lnTo>
                <a:lnTo>
                  <a:pt x="76200" y="31750"/>
                </a:lnTo>
                <a:close/>
              </a:path>
              <a:path w="533400" h="76200">
                <a:moveTo>
                  <a:pt x="533400" y="31750"/>
                </a:moveTo>
                <a:lnTo>
                  <a:pt x="76200" y="31750"/>
                </a:lnTo>
                <a:lnTo>
                  <a:pt x="76200" y="44450"/>
                </a:lnTo>
                <a:lnTo>
                  <a:pt x="533400" y="44450"/>
                </a:lnTo>
                <a:lnTo>
                  <a:pt x="533400" y="3175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7" name="Text Placeholder 2">
            <a:extLst>
              <a:ext uri="{FF2B5EF4-FFF2-40B4-BE49-F238E27FC236}">
                <a16:creationId xmlns:a16="http://schemas.microsoft.com/office/drawing/2014/main" id="{E601566C-E56D-0DDA-EBE3-BA23FFCB6330}"/>
              </a:ext>
            </a:extLst>
          </p:cNvPr>
          <p:cNvSpPr txBox="1">
            <a:spLocks/>
          </p:cNvSpPr>
          <p:nvPr/>
        </p:nvSpPr>
        <p:spPr>
          <a:xfrm>
            <a:off x="1056903" y="1473142"/>
            <a:ext cx="10871509" cy="5093702"/>
          </a:xfrm>
          <a:prstGeom prst="rect">
            <a:avLst/>
          </a:prstGeom>
          <a:solidFill>
            <a:schemeClr val="accent6">
              <a:lumMod val="20000"/>
              <a:lumOff val="80000"/>
            </a:schemeClr>
          </a:solidFill>
          <a:ln w="28575">
            <a:solidFill>
              <a:schemeClr val="tx1"/>
            </a:solidFill>
          </a:ln>
        </p:spPr>
        <p:txBody>
          <a:bodyPr vert="horz" wrap="square" lIns="0" tIns="0" rIns="0" bIns="0" rtlCol="0">
            <a:sp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tx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tx2"/>
                </a:solidFill>
                <a:latin typeface="Arial" panose="020B0604020202020204" pitchFamily="34" charset="0"/>
                <a:ea typeface="+mn-ea"/>
                <a:cs typeface="Arial" panose="020B0604020202020204" pitchFamily="34" charset="0"/>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tx2"/>
                </a:solidFill>
                <a:latin typeface="Arial" panose="020B0604020202020204" pitchFamily="34" charset="0"/>
                <a:ea typeface="+mn-ea"/>
                <a:cs typeface="Arial" panose="020B0604020202020204" pitchFamily="34" charset="0"/>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tx2"/>
                </a:solidFill>
                <a:latin typeface="Arial" panose="020B0604020202020204" pitchFamily="34" charset="0"/>
                <a:ea typeface="+mn-ea"/>
                <a:cs typeface="Arial" panose="020B0604020202020204" pitchFamily="34" charset="0"/>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tx2"/>
                </a:solidFill>
                <a:latin typeface="Arial" panose="020B0604020202020204" pitchFamily="34" charset="0"/>
                <a:ea typeface="+mn-ea"/>
                <a:cs typeface="Arial" panose="020B0604020202020204" pitchFamily="34" charset="0"/>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tx2"/>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3" indent="0">
              <a:buFont typeface="Arial" panose="020B0604020202020204" pitchFamily="34" charset="0"/>
              <a:buNone/>
            </a:pPr>
            <a:r>
              <a:rPr lang="en-US" sz="1600" dirty="0">
                <a:solidFill>
                  <a:schemeClr val="tx1"/>
                </a:solidFill>
              </a:rPr>
              <a:t>&lt;?xml version='1.0' encoding='utf-8'?&gt;</a:t>
            </a:r>
          </a:p>
          <a:p>
            <a:pPr marL="177800" lvl="3" indent="0">
              <a:buFont typeface="Arial" panose="020B0604020202020204" pitchFamily="34" charset="0"/>
              <a:buNone/>
            </a:pPr>
            <a:r>
              <a:rPr lang="en-US" sz="1600" dirty="0">
                <a:solidFill>
                  <a:schemeClr val="tx1"/>
                </a:solidFill>
              </a:rPr>
              <a:t>&lt;!DOCTYPE hibernate-configuration PUBLIC "-//Hibernate/Hibernate Configuration DTD 3.0//EN"</a:t>
            </a:r>
          </a:p>
          <a:p>
            <a:pPr marL="177800" lvl="3" indent="0">
              <a:buFont typeface="Arial" panose="020B0604020202020204" pitchFamily="34" charset="0"/>
              <a:buNone/>
            </a:pPr>
            <a:r>
              <a:rPr lang="en-US" sz="1600" dirty="0">
                <a:solidFill>
                  <a:schemeClr val="tx1"/>
                </a:solidFill>
                <a:hlinkClick r:id="rId2">
                  <a:extLst>
                    <a:ext uri="{A12FA001-AC4F-418D-AE19-62706E023703}">
                      <ahyp:hlinkClr xmlns="" xmlns:ahyp="http://schemas.microsoft.com/office/drawing/2018/hyperlinkcolor" val="tx"/>
                    </a:ext>
                  </a:extLst>
                </a:hlinkClick>
              </a:rPr>
              <a:t>"http://hibernate.sourceforge.net/hibernate</a:t>
            </a:r>
            <a:r>
              <a:rPr lang="en-US" sz="1600" dirty="0">
                <a:solidFill>
                  <a:schemeClr val="tx1"/>
                </a:solidFill>
              </a:rPr>
              <a:t>-</a:t>
            </a:r>
            <a:r>
              <a:rPr lang="en-US" sz="1600" dirty="0">
                <a:solidFill>
                  <a:schemeClr val="tx1"/>
                </a:solidFill>
                <a:hlinkClick r:id="rId2">
                  <a:extLst>
                    <a:ext uri="{A12FA001-AC4F-418D-AE19-62706E023703}">
                      <ahyp:hlinkClr xmlns="" xmlns:ahyp="http://schemas.microsoft.com/office/drawing/2018/hyperlinkcolor" val="tx"/>
                    </a:ext>
                  </a:extLst>
                </a:hlinkClick>
              </a:rPr>
              <a:t>configuration-3.0.dtd</a:t>
            </a:r>
            <a:r>
              <a:rPr lang="en-US" sz="1600" dirty="0">
                <a:solidFill>
                  <a:schemeClr val="tx1"/>
                </a:solidFill>
              </a:rPr>
              <a:t>"&gt;</a:t>
            </a:r>
          </a:p>
          <a:p>
            <a:pPr marL="177800" lvl="3" indent="0">
              <a:buFont typeface="Arial" panose="020B0604020202020204" pitchFamily="34" charset="0"/>
              <a:buNone/>
            </a:pPr>
            <a:r>
              <a:rPr lang="en-US" sz="1600" dirty="0">
                <a:solidFill>
                  <a:schemeClr val="tx1"/>
                </a:solidFill>
              </a:rPr>
              <a:t>&lt;hibernate-configuration&gt;</a:t>
            </a:r>
          </a:p>
          <a:p>
            <a:pPr marL="177800" lvl="3" indent="0">
              <a:buFont typeface="Arial" panose="020B0604020202020204" pitchFamily="34" charset="0"/>
              <a:buNone/>
            </a:pPr>
            <a:r>
              <a:rPr lang="en-US" sz="1600" dirty="0">
                <a:solidFill>
                  <a:schemeClr val="tx1"/>
                </a:solidFill>
              </a:rPr>
              <a:t>&lt;session-factory&gt;</a:t>
            </a:r>
          </a:p>
          <a:p>
            <a:pPr marL="177800" lvl="3" indent="0">
              <a:buFont typeface="Arial" panose="020B0604020202020204" pitchFamily="34" charset="0"/>
              <a:buNone/>
            </a:pPr>
            <a:r>
              <a:rPr lang="en-US" sz="1600" b="1" dirty="0">
                <a:solidFill>
                  <a:schemeClr val="tx1"/>
                </a:solidFill>
              </a:rPr>
              <a:t>&lt;property name="</a:t>
            </a:r>
            <a:r>
              <a:rPr lang="en-US" sz="1600" b="1" dirty="0" err="1">
                <a:solidFill>
                  <a:schemeClr val="tx1"/>
                </a:solidFill>
              </a:rPr>
              <a:t>connection.driver_class</a:t>
            </a:r>
            <a:r>
              <a:rPr lang="en-US" sz="1600" b="1" dirty="0">
                <a:solidFill>
                  <a:schemeClr val="tx1"/>
                </a:solidFill>
              </a:rPr>
              <a:t>"&gt;</a:t>
            </a:r>
            <a:r>
              <a:rPr lang="en-US" sz="1600" b="1" dirty="0" err="1">
                <a:solidFill>
                  <a:schemeClr val="tx1"/>
                </a:solidFill>
              </a:rPr>
              <a:t>oracle.jdbc.driver.OracleDriver</a:t>
            </a:r>
            <a:r>
              <a:rPr lang="en-US" sz="1600" b="1" dirty="0">
                <a:solidFill>
                  <a:schemeClr val="tx1"/>
                </a:solidFill>
              </a:rPr>
              <a:t>&lt;/property&gt;</a:t>
            </a:r>
          </a:p>
          <a:p>
            <a:pPr marL="177800" lvl="3" indent="0">
              <a:buFont typeface="Arial" panose="020B0604020202020204" pitchFamily="34" charset="0"/>
              <a:buNone/>
            </a:pPr>
            <a:r>
              <a:rPr lang="en-US" sz="1600" b="1" dirty="0">
                <a:solidFill>
                  <a:schemeClr val="tx1"/>
                </a:solidFill>
              </a:rPr>
              <a:t>&lt;property name="connection.url"&gt;</a:t>
            </a:r>
            <a:r>
              <a:rPr lang="en-US" sz="1600" b="1" dirty="0" err="1">
                <a:solidFill>
                  <a:schemeClr val="tx1"/>
                </a:solidFill>
              </a:rPr>
              <a:t>jdbc:oracle:thin</a:t>
            </a:r>
            <a:r>
              <a:rPr lang="en-US" sz="1600" b="1" dirty="0">
                <a:solidFill>
                  <a:schemeClr val="tx1"/>
                </a:solidFill>
              </a:rPr>
              <a:t>:@localhost:1521:xe&lt;/property&gt;</a:t>
            </a:r>
          </a:p>
          <a:p>
            <a:pPr marL="177800" lvl="3" indent="0">
              <a:buFont typeface="Arial" panose="020B0604020202020204" pitchFamily="34" charset="0"/>
              <a:buNone/>
            </a:pPr>
            <a:r>
              <a:rPr lang="en-US" sz="1600" b="1" dirty="0">
                <a:solidFill>
                  <a:schemeClr val="tx1"/>
                </a:solidFill>
              </a:rPr>
              <a:t>&lt;property name="</a:t>
            </a:r>
            <a:r>
              <a:rPr lang="en-US" sz="1600" b="1" dirty="0" err="1">
                <a:solidFill>
                  <a:schemeClr val="tx1"/>
                </a:solidFill>
              </a:rPr>
              <a:t>connection.username</a:t>
            </a:r>
            <a:r>
              <a:rPr lang="en-US" sz="1600" b="1" dirty="0">
                <a:solidFill>
                  <a:schemeClr val="tx1"/>
                </a:solidFill>
              </a:rPr>
              <a:t>"&gt;</a:t>
            </a:r>
            <a:r>
              <a:rPr lang="en-US" sz="1600" b="1" dirty="0" err="1">
                <a:solidFill>
                  <a:schemeClr val="tx1"/>
                </a:solidFill>
              </a:rPr>
              <a:t>scott</a:t>
            </a:r>
            <a:r>
              <a:rPr lang="en-US" sz="1600" b="1" dirty="0">
                <a:solidFill>
                  <a:schemeClr val="tx1"/>
                </a:solidFill>
              </a:rPr>
              <a:t>&lt;/property&gt;</a:t>
            </a:r>
          </a:p>
          <a:p>
            <a:pPr marL="177800" lvl="3" indent="0">
              <a:buFont typeface="Arial" panose="020B0604020202020204" pitchFamily="34" charset="0"/>
              <a:buNone/>
            </a:pPr>
            <a:r>
              <a:rPr lang="en-US" sz="1600" b="1" dirty="0">
                <a:solidFill>
                  <a:schemeClr val="tx1"/>
                </a:solidFill>
              </a:rPr>
              <a:t>&lt;property name="</a:t>
            </a:r>
            <a:r>
              <a:rPr lang="en-US" sz="1600" b="1" dirty="0" err="1">
                <a:solidFill>
                  <a:schemeClr val="tx1"/>
                </a:solidFill>
              </a:rPr>
              <a:t>connection.password</a:t>
            </a:r>
            <a:r>
              <a:rPr lang="en-US" sz="1600" b="1" dirty="0">
                <a:solidFill>
                  <a:schemeClr val="tx1"/>
                </a:solidFill>
              </a:rPr>
              <a:t>"&gt;tiger&lt;/property&gt;</a:t>
            </a:r>
          </a:p>
          <a:p>
            <a:pPr marL="177800" lvl="3" indent="0">
              <a:buFont typeface="Arial" panose="020B0604020202020204" pitchFamily="34" charset="0"/>
              <a:buNone/>
            </a:pPr>
            <a:r>
              <a:rPr lang="en-US" sz="1600" b="1" dirty="0">
                <a:solidFill>
                  <a:schemeClr val="tx1"/>
                </a:solidFill>
              </a:rPr>
              <a:t>&lt;property name="dialect“ &gt;</a:t>
            </a:r>
            <a:r>
              <a:rPr lang="en-US" sz="1600" b="1" dirty="0" err="1">
                <a:solidFill>
                  <a:schemeClr val="tx1"/>
                </a:solidFill>
              </a:rPr>
              <a:t>org.hibernate.dialect.OracleDialect</a:t>
            </a:r>
            <a:r>
              <a:rPr lang="en-US" sz="1600" b="1" dirty="0">
                <a:solidFill>
                  <a:schemeClr val="tx1"/>
                </a:solidFill>
              </a:rPr>
              <a:t>&lt;/property&gt;</a:t>
            </a:r>
          </a:p>
          <a:p>
            <a:pPr marL="177800" lvl="3" indent="0">
              <a:buFont typeface="Arial" panose="020B0604020202020204" pitchFamily="34" charset="0"/>
              <a:buNone/>
            </a:pPr>
            <a:r>
              <a:rPr lang="en-US" sz="1600" dirty="0">
                <a:solidFill>
                  <a:schemeClr val="tx1"/>
                </a:solidFill>
              </a:rPr>
              <a:t>&lt;property name="</a:t>
            </a:r>
            <a:r>
              <a:rPr lang="en-US" sz="1600" b="1" dirty="0" err="1">
                <a:solidFill>
                  <a:schemeClr val="tx1"/>
                </a:solidFill>
              </a:rPr>
              <a:t>show_sql</a:t>
            </a:r>
            <a:r>
              <a:rPr lang="en-US" sz="1600" dirty="0">
                <a:solidFill>
                  <a:schemeClr val="tx1"/>
                </a:solidFill>
              </a:rPr>
              <a:t>"&gt;true&lt;/property&gt;</a:t>
            </a:r>
          </a:p>
          <a:p>
            <a:pPr marL="177800" lvl="3" indent="0">
              <a:buFont typeface="Arial" panose="020B0604020202020204" pitchFamily="34" charset="0"/>
              <a:buNone/>
            </a:pPr>
            <a:r>
              <a:rPr lang="en-US" sz="1600" dirty="0">
                <a:solidFill>
                  <a:schemeClr val="tx1"/>
                </a:solidFill>
              </a:rPr>
              <a:t>&lt;property name="</a:t>
            </a:r>
            <a:r>
              <a:rPr lang="en-US" sz="1600" b="1" dirty="0">
                <a:solidFill>
                  <a:schemeClr val="tx1"/>
                </a:solidFill>
              </a:rPr>
              <a:t>hibernate.hbm2ddl.auto</a:t>
            </a:r>
            <a:r>
              <a:rPr lang="en-US" sz="1600" dirty="0">
                <a:solidFill>
                  <a:schemeClr val="tx1"/>
                </a:solidFill>
              </a:rPr>
              <a:t>"&gt;update&lt;/property&gt;</a:t>
            </a:r>
          </a:p>
          <a:p>
            <a:pPr marL="177800" lvl="3" indent="0">
              <a:buFont typeface="Arial" panose="020B0604020202020204" pitchFamily="34" charset="0"/>
              <a:buNone/>
            </a:pPr>
            <a:r>
              <a:rPr lang="en-US" sz="1600" dirty="0">
                <a:solidFill>
                  <a:schemeClr val="tx1"/>
                </a:solidFill>
              </a:rPr>
              <a:t>&lt;mapping class="</a:t>
            </a:r>
            <a:r>
              <a:rPr lang="en-US" sz="1600" b="1" dirty="0" err="1">
                <a:solidFill>
                  <a:schemeClr val="tx1"/>
                </a:solidFill>
              </a:rPr>
              <a:t>com.entity.Employee</a:t>
            </a:r>
            <a:r>
              <a:rPr lang="en-US" sz="1600" dirty="0">
                <a:solidFill>
                  <a:schemeClr val="tx1"/>
                </a:solidFill>
              </a:rPr>
              <a:t>" /&gt;</a:t>
            </a:r>
          </a:p>
          <a:p>
            <a:pPr marL="177800" lvl="3" indent="0">
              <a:buFont typeface="Arial" panose="020B0604020202020204" pitchFamily="34" charset="0"/>
              <a:buNone/>
            </a:pPr>
            <a:r>
              <a:rPr lang="en-US" sz="1600" dirty="0">
                <a:solidFill>
                  <a:schemeClr val="tx1"/>
                </a:solidFill>
              </a:rPr>
              <a:t>&lt;/session-factory&gt;</a:t>
            </a:r>
          </a:p>
          <a:p>
            <a:pPr marL="177800" lvl="3" indent="0">
              <a:buFont typeface="Arial" panose="020B0604020202020204" pitchFamily="34" charset="0"/>
              <a:buNone/>
            </a:pPr>
            <a:r>
              <a:rPr lang="en-US" sz="1600" dirty="0">
                <a:solidFill>
                  <a:schemeClr val="tx1"/>
                </a:solidFill>
              </a:rPr>
              <a:t>&lt;/hibernate-configuration&gt;</a:t>
            </a:r>
          </a:p>
          <a:p>
            <a:pPr marL="177800" lvl="3" indent="0">
              <a:buFont typeface="Arial" panose="020B0604020202020204" pitchFamily="34" charset="0"/>
              <a:buNone/>
            </a:pPr>
            <a:endParaRPr lang="en-US" sz="1600" dirty="0"/>
          </a:p>
        </p:txBody>
      </p:sp>
      <p:sp>
        <p:nvSpPr>
          <p:cNvPr id="11" name="Speech Bubble: Oval 10">
            <a:extLst>
              <a:ext uri="{FF2B5EF4-FFF2-40B4-BE49-F238E27FC236}">
                <a16:creationId xmlns:a16="http://schemas.microsoft.com/office/drawing/2014/main" id="{C9CE5A64-5321-6FD8-875E-2B68A615C537}"/>
              </a:ext>
            </a:extLst>
          </p:cNvPr>
          <p:cNvSpPr/>
          <p:nvPr/>
        </p:nvSpPr>
        <p:spPr>
          <a:xfrm>
            <a:off x="8195683" y="5381306"/>
            <a:ext cx="3755255" cy="1036230"/>
          </a:xfrm>
          <a:prstGeom prst="wedgeEllipseCallout">
            <a:avLst>
              <a:gd name="adj1" fmla="val -29044"/>
              <a:gd name="adj2" fmla="val -102831"/>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400" dirty="0">
                <a:latin typeface="Arial" panose="020B0604020202020204" pitchFamily="34" charset="0"/>
                <a:cs typeface="Arial" panose="020B0604020202020204" pitchFamily="34" charset="0"/>
              </a:rPr>
              <a:t>Scott and tiger values should be replaced with the actual user name and password of the database</a:t>
            </a:r>
          </a:p>
        </p:txBody>
      </p:sp>
      <p:sp>
        <p:nvSpPr>
          <p:cNvPr id="12" name="Speech Bubble: Oval 11">
            <a:extLst>
              <a:ext uri="{FF2B5EF4-FFF2-40B4-BE49-F238E27FC236}">
                <a16:creationId xmlns:a16="http://schemas.microsoft.com/office/drawing/2014/main" id="{1ECA56CA-EFC0-3B9B-A4B6-BEF59AC07324}"/>
              </a:ext>
            </a:extLst>
          </p:cNvPr>
          <p:cNvSpPr/>
          <p:nvPr/>
        </p:nvSpPr>
        <p:spPr>
          <a:xfrm>
            <a:off x="9318670" y="3457450"/>
            <a:ext cx="2897080" cy="1693875"/>
          </a:xfrm>
          <a:prstGeom prst="wedgeEllipseCallout">
            <a:avLst>
              <a:gd name="adj1" fmla="val -81766"/>
              <a:gd name="adj2" fmla="val -4353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400" dirty="0">
                <a:latin typeface="Arial" panose="020B0604020202020204" pitchFamily="34" charset="0"/>
                <a:cs typeface="Arial" panose="020B0604020202020204" pitchFamily="34" charset="0"/>
              </a:rPr>
              <a:t>Connection URL allows to connect with the database and localhost in the URL can be replaced with IP address of the hosted database</a:t>
            </a:r>
          </a:p>
        </p:txBody>
      </p:sp>
      <p:sp>
        <p:nvSpPr>
          <p:cNvPr id="13" name="Speech Bubble: Oval 12">
            <a:extLst>
              <a:ext uri="{FF2B5EF4-FFF2-40B4-BE49-F238E27FC236}">
                <a16:creationId xmlns:a16="http://schemas.microsoft.com/office/drawing/2014/main" id="{BF990B93-09B8-C7FB-77BD-022AB0A7DC0F}"/>
              </a:ext>
            </a:extLst>
          </p:cNvPr>
          <p:cNvSpPr/>
          <p:nvPr/>
        </p:nvSpPr>
        <p:spPr>
          <a:xfrm>
            <a:off x="8890122" y="2240206"/>
            <a:ext cx="3047590" cy="702974"/>
          </a:xfrm>
          <a:prstGeom prst="wedgeEllipseCallou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600" dirty="0">
                <a:latin typeface="Arial" panose="020B0604020202020204" pitchFamily="34" charset="0"/>
                <a:cs typeface="Arial" panose="020B0604020202020204" pitchFamily="34" charset="0"/>
              </a:rPr>
              <a:t>Driver class are specific to each DBMS</a:t>
            </a:r>
          </a:p>
        </p:txBody>
      </p:sp>
      <p:sp>
        <p:nvSpPr>
          <p:cNvPr id="14" name="Speech Bubble: Oval 13">
            <a:extLst>
              <a:ext uri="{FF2B5EF4-FFF2-40B4-BE49-F238E27FC236}">
                <a16:creationId xmlns:a16="http://schemas.microsoft.com/office/drawing/2014/main" id="{4128AFB6-7417-4148-642A-3FEBEF1926BD}"/>
              </a:ext>
            </a:extLst>
          </p:cNvPr>
          <p:cNvSpPr/>
          <p:nvPr/>
        </p:nvSpPr>
        <p:spPr>
          <a:xfrm>
            <a:off x="3842299" y="5516499"/>
            <a:ext cx="4951367" cy="873733"/>
          </a:xfrm>
          <a:prstGeom prst="wedgeEllipseCallout">
            <a:avLst>
              <a:gd name="adj1" fmla="val -16543"/>
              <a:gd name="adj2" fmla="val 48275"/>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400" dirty="0" err="1">
                <a:latin typeface="Arial" panose="020B0604020202020204" pitchFamily="34" charset="0"/>
                <a:cs typeface="Arial" panose="020B0604020202020204" pitchFamily="34" charset="0"/>
              </a:rPr>
              <a:t>show_sql</a:t>
            </a:r>
            <a:r>
              <a:rPr lang="en-US" sz="1400" dirty="0">
                <a:latin typeface="Arial" panose="020B0604020202020204" pitchFamily="34" charset="0"/>
                <a:cs typeface="Arial" panose="020B0604020202020204" pitchFamily="34" charset="0"/>
              </a:rPr>
              <a:t> property display the generated query on the console and hbm2ddl.auto property updates the database schema automatically</a:t>
            </a:r>
          </a:p>
        </p:txBody>
      </p:sp>
    </p:spTree>
    <p:extLst>
      <p:ext uri="{BB962C8B-B14F-4D97-AF65-F5344CB8AC3E}">
        <p14:creationId xmlns:p14="http://schemas.microsoft.com/office/powerpoint/2010/main" val="3284074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Hibernate Demo Class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44</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algn="just">
              <a:lnSpc>
                <a:spcPct val="150000"/>
              </a:lnSpc>
            </a:pPr>
            <a:endParaRPr lang="en-US" sz="1800" dirty="0"/>
          </a:p>
        </p:txBody>
      </p:sp>
      <p:sp>
        <p:nvSpPr>
          <p:cNvPr id="2" name="object 5">
            <a:extLst>
              <a:ext uri="{FF2B5EF4-FFF2-40B4-BE49-F238E27FC236}">
                <a16:creationId xmlns:a16="http://schemas.microsoft.com/office/drawing/2014/main" id="{E598257B-53B0-DEEC-A400-1AA1CEB1E25F}"/>
              </a:ext>
            </a:extLst>
          </p:cNvPr>
          <p:cNvSpPr txBox="1"/>
          <p:nvPr/>
        </p:nvSpPr>
        <p:spPr>
          <a:xfrm>
            <a:off x="1072859" y="1415591"/>
            <a:ext cx="10541209" cy="4885953"/>
          </a:xfrm>
          <a:prstGeom prst="rect">
            <a:avLst/>
          </a:prstGeom>
          <a:noFill/>
          <a:ln w="9144">
            <a:solidFill>
              <a:srgbClr val="000000"/>
            </a:solidFill>
          </a:ln>
        </p:spPr>
        <p:txBody>
          <a:bodyPr vert="horz" wrap="square" lIns="0" tIns="88900" rIns="0" bIns="0" rtlCol="0">
            <a:spAutoFit/>
          </a:bodyPr>
          <a:lstStyle/>
          <a:p>
            <a:pPr marL="285750" indent="-285750">
              <a:lnSpc>
                <a:spcPct val="15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Right Click on Project-&gt;New-&gt;Class</a:t>
            </a:r>
          </a:p>
          <a:p>
            <a:pPr marL="285750" indent="-285750">
              <a:lnSpc>
                <a:spcPct val="15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Enter package name as </a:t>
            </a:r>
            <a:r>
              <a:rPr lang="en-US" b="1" dirty="0" err="1">
                <a:latin typeface="Arial" panose="020B0604020202020204" pitchFamily="34" charset="0"/>
                <a:cs typeface="Arial" panose="020B0604020202020204" pitchFamily="34" charset="0"/>
              </a:rPr>
              <a:t>com.main</a:t>
            </a:r>
            <a:endParaRPr lang="en-US" b="1" dirty="0">
              <a:latin typeface="Arial" panose="020B0604020202020204" pitchFamily="34" charset="0"/>
              <a:cs typeface="Arial" panose="020B0604020202020204" pitchFamily="34" charset="0"/>
            </a:endParaRPr>
          </a:p>
          <a:p>
            <a:pPr marL="285750" indent="-285750">
              <a:lnSpc>
                <a:spcPct val="15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Enter class name as </a:t>
            </a:r>
            <a:r>
              <a:rPr lang="en-US" b="1" dirty="0" err="1">
                <a:latin typeface="Arial" panose="020B0604020202020204" pitchFamily="34" charset="0"/>
                <a:cs typeface="Arial" panose="020B0604020202020204" pitchFamily="34" charset="0"/>
              </a:rPr>
              <a:t>HibernateDemo</a:t>
            </a:r>
            <a:r>
              <a:rPr lang="en-US" b="1" dirty="0">
                <a:latin typeface="Arial" panose="020B0604020202020204" pitchFamily="34" charset="0"/>
                <a:cs typeface="Arial" panose="020B0604020202020204" pitchFamily="34" charset="0"/>
              </a:rPr>
              <a:t> -&gt;Finish</a:t>
            </a:r>
          </a:p>
          <a:p>
            <a:pPr marL="285750" indent="-285750">
              <a:lnSpc>
                <a:spcPct val="15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lnSpc>
                <a:spcPct val="15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lnSpc>
                <a:spcPct val="15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lnSpc>
                <a:spcPct val="15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lnSpc>
                <a:spcPct val="15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a:lnSpc>
                <a:spcPct val="150000"/>
              </a:lnSpc>
              <a:spcBef>
                <a:spcPts val="600"/>
              </a:spcBef>
            </a:pPr>
            <a:endParaRPr lang="en-US" b="1" dirty="0">
              <a:latin typeface="Arial" panose="020B0604020202020204" pitchFamily="34" charset="0"/>
              <a:cs typeface="Arial" panose="020B0604020202020204" pitchFamily="34" charset="0"/>
            </a:endParaRPr>
          </a:p>
          <a:p>
            <a:pPr marL="285750" indent="-285750">
              <a:lnSpc>
                <a:spcPct val="15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7CF36C4B-1107-173E-6FF0-A95EF3F0D9D5}"/>
              </a:ext>
            </a:extLst>
          </p:cNvPr>
          <p:cNvPicPr>
            <a:picLocks noChangeAspect="1"/>
          </p:cNvPicPr>
          <p:nvPr/>
        </p:nvPicPr>
        <p:blipFill>
          <a:blip r:embed="rId2"/>
          <a:stretch>
            <a:fillRect/>
          </a:stretch>
        </p:blipFill>
        <p:spPr>
          <a:xfrm>
            <a:off x="7049324" y="1476484"/>
            <a:ext cx="4564744" cy="4825060"/>
          </a:xfrm>
          <a:prstGeom prst="rect">
            <a:avLst/>
          </a:prstGeom>
        </p:spPr>
      </p:pic>
    </p:spTree>
    <p:extLst>
      <p:ext uri="{BB962C8B-B14F-4D97-AF65-F5344CB8AC3E}">
        <p14:creationId xmlns:p14="http://schemas.microsoft.com/office/powerpoint/2010/main" val="11181294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Hibernate Demo Class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45</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algn="just">
              <a:lnSpc>
                <a:spcPct val="150000"/>
              </a:lnSpc>
            </a:pPr>
            <a:endParaRPr lang="en-US" sz="1800" dirty="0"/>
          </a:p>
        </p:txBody>
      </p:sp>
      <p:sp>
        <p:nvSpPr>
          <p:cNvPr id="2" name="object 5">
            <a:extLst>
              <a:ext uri="{FF2B5EF4-FFF2-40B4-BE49-F238E27FC236}">
                <a16:creationId xmlns:a16="http://schemas.microsoft.com/office/drawing/2014/main" id="{E598257B-53B0-DEEC-A400-1AA1CEB1E25F}"/>
              </a:ext>
            </a:extLst>
          </p:cNvPr>
          <p:cNvSpPr txBox="1"/>
          <p:nvPr/>
        </p:nvSpPr>
        <p:spPr>
          <a:xfrm>
            <a:off x="1072859" y="1415592"/>
            <a:ext cx="9864315" cy="4521751"/>
          </a:xfrm>
          <a:prstGeom prst="rect">
            <a:avLst/>
          </a:prstGeom>
          <a:solidFill>
            <a:schemeClr val="accent4">
              <a:lumMod val="20000"/>
              <a:lumOff val="80000"/>
            </a:schemeClr>
          </a:solidFill>
          <a:ln w="9144">
            <a:solidFill>
              <a:srgbClr val="000000"/>
            </a:solidFill>
          </a:ln>
        </p:spPr>
        <p:txBody>
          <a:bodyPr vert="horz" wrap="square" lIns="0" tIns="88900" rIns="0" bIns="0" rtlCol="0">
            <a:spAutoFit/>
          </a:bodyPr>
          <a:lstStyle/>
          <a:p>
            <a:pPr marL="274320" indent="-274320" eaLnBrk="0" hangingPunct="0">
              <a:spcBef>
                <a:spcPts val="600"/>
              </a:spcBef>
            </a:pPr>
            <a:r>
              <a:rPr lang="en-US" b="1" dirty="0">
                <a:latin typeface="Arial" panose="020B0604020202020204" pitchFamily="34" charset="0"/>
                <a:cs typeface="Arial" panose="020B0604020202020204" pitchFamily="34" charset="0"/>
              </a:rPr>
              <a:t>Add the following code into HibernateDemo.java file</a:t>
            </a:r>
          </a:p>
          <a:p>
            <a:pPr marL="179388" lvl="3" indent="0">
              <a:buNone/>
            </a:pPr>
            <a:r>
              <a:rPr lang="en-US" dirty="0">
                <a:latin typeface="Arial" panose="020B0604020202020204" pitchFamily="34" charset="0"/>
                <a:cs typeface="Arial" panose="020B0604020202020204" pitchFamily="34" charset="0"/>
              </a:rPr>
              <a:t>package </a:t>
            </a:r>
            <a:r>
              <a:rPr lang="en-US" dirty="0" err="1">
                <a:latin typeface="Arial" panose="020B0604020202020204" pitchFamily="34" charset="0"/>
                <a:cs typeface="Arial" panose="020B0604020202020204" pitchFamily="34" charset="0"/>
              </a:rPr>
              <a:t>com.main</a:t>
            </a:r>
            <a:r>
              <a:rPr lang="en-US" dirty="0">
                <a:latin typeface="Arial" panose="020B0604020202020204" pitchFamily="34" charset="0"/>
                <a:cs typeface="Arial" panose="020B0604020202020204" pitchFamily="34" charset="0"/>
              </a:rPr>
              <a:t>;</a:t>
            </a:r>
          </a:p>
          <a:p>
            <a:pPr marL="179388" lvl="3" indent="0">
              <a:buNone/>
            </a:pPr>
            <a:r>
              <a:rPr lang="en-US" dirty="0">
                <a:latin typeface="Arial" panose="020B0604020202020204" pitchFamily="34" charset="0"/>
                <a:cs typeface="Arial" panose="020B0604020202020204" pitchFamily="34" charset="0"/>
              </a:rPr>
              <a:t>import </a:t>
            </a:r>
            <a:r>
              <a:rPr lang="en-US" dirty="0" err="1">
                <a:latin typeface="Arial" panose="020B0604020202020204" pitchFamily="34" charset="0"/>
                <a:cs typeface="Arial" panose="020B0604020202020204" pitchFamily="34" charset="0"/>
              </a:rPr>
              <a:t>java.util.List</a:t>
            </a:r>
            <a:r>
              <a:rPr lang="en-US" dirty="0">
                <a:latin typeface="Arial" panose="020B0604020202020204" pitchFamily="34" charset="0"/>
                <a:cs typeface="Arial" panose="020B0604020202020204" pitchFamily="34" charset="0"/>
              </a:rPr>
              <a:t>;</a:t>
            </a:r>
          </a:p>
          <a:p>
            <a:pPr marL="179388" lvl="3" indent="0">
              <a:buNone/>
            </a:pPr>
            <a:r>
              <a:rPr lang="en-US" dirty="0" err="1">
                <a:latin typeface="Arial" panose="020B0604020202020204" pitchFamily="34" charset="0"/>
                <a:cs typeface="Arial" panose="020B0604020202020204" pitchFamily="34" charset="0"/>
              </a:rPr>
              <a:t>hibernate.cfg.Configuration</a:t>
            </a:r>
            <a:r>
              <a:rPr lang="en-US" dirty="0">
                <a:latin typeface="Arial" panose="020B0604020202020204" pitchFamily="34" charset="0"/>
                <a:cs typeface="Arial" panose="020B0604020202020204" pitchFamily="34" charset="0"/>
              </a:rPr>
              <a:t>;</a:t>
            </a:r>
          </a:p>
          <a:p>
            <a:pPr marL="179388" lvl="3" indent="0">
              <a:buNone/>
            </a:pPr>
            <a:r>
              <a:rPr lang="en-US" dirty="0">
                <a:latin typeface="Arial" panose="020B0604020202020204" pitchFamily="34" charset="0"/>
                <a:cs typeface="Arial" panose="020B0604020202020204" pitchFamily="34" charset="0"/>
              </a:rPr>
              <a:t>import </a:t>
            </a:r>
            <a:r>
              <a:rPr lang="en-US" dirty="0" err="1">
                <a:latin typeface="Arial" panose="020B0604020202020204" pitchFamily="34" charset="0"/>
                <a:cs typeface="Arial" panose="020B0604020202020204" pitchFamily="34" charset="0"/>
              </a:rPr>
              <a:t>com.entity.Employee</a:t>
            </a:r>
            <a:r>
              <a:rPr lang="en-US" dirty="0">
                <a:latin typeface="Arial" panose="020B0604020202020204" pitchFamily="34" charset="0"/>
                <a:cs typeface="Arial" panose="020B0604020202020204" pitchFamily="34" charset="0"/>
              </a:rPr>
              <a:t>;</a:t>
            </a:r>
          </a:p>
          <a:p>
            <a:pPr marL="179388" lvl="3" indent="0">
              <a:buNone/>
            </a:pPr>
            <a:r>
              <a:rPr lang="en-US" dirty="0">
                <a:latin typeface="Arial" panose="020B0604020202020204" pitchFamily="34" charset="0"/>
                <a:cs typeface="Arial" panose="020B0604020202020204" pitchFamily="34" charset="0"/>
              </a:rPr>
              <a:t>public class </a:t>
            </a:r>
            <a:r>
              <a:rPr lang="en-US" dirty="0" err="1">
                <a:latin typeface="Arial" panose="020B0604020202020204" pitchFamily="34" charset="0"/>
                <a:cs typeface="Arial" panose="020B0604020202020204" pitchFamily="34" charset="0"/>
              </a:rPr>
              <a:t>HibernateDemo</a:t>
            </a:r>
            <a:r>
              <a:rPr lang="en-US" dirty="0">
                <a:latin typeface="Arial" panose="020B0604020202020204" pitchFamily="34" charset="0"/>
                <a:cs typeface="Arial" panose="020B0604020202020204" pitchFamily="34" charset="0"/>
              </a:rPr>
              <a:t> {</a:t>
            </a:r>
          </a:p>
          <a:p>
            <a:pPr marL="179388" lvl="3" indent="0">
              <a:buNone/>
            </a:pPr>
            <a:r>
              <a:rPr lang="en-US" dirty="0">
                <a:latin typeface="Arial" panose="020B0604020202020204" pitchFamily="34" charset="0"/>
                <a:cs typeface="Arial" panose="020B0604020202020204" pitchFamily="34" charset="0"/>
              </a:rPr>
              <a:t>public static void main(String[] </a:t>
            </a:r>
            <a:r>
              <a:rPr lang="en-US" dirty="0" err="1">
                <a:latin typeface="Arial" panose="020B0604020202020204" pitchFamily="34" charset="0"/>
                <a:cs typeface="Arial" panose="020B0604020202020204" pitchFamily="34" charset="0"/>
              </a:rPr>
              <a:t>args</a:t>
            </a:r>
            <a:r>
              <a:rPr lang="en-US" dirty="0">
                <a:latin typeface="Arial" panose="020B0604020202020204" pitchFamily="34" charset="0"/>
                <a:cs typeface="Arial" panose="020B0604020202020204" pitchFamily="34" charset="0"/>
              </a:rPr>
              <a:t>) {</a:t>
            </a:r>
          </a:p>
          <a:p>
            <a:pPr marL="179388" lvl="3" indent="0">
              <a:buNone/>
            </a:pPr>
            <a:r>
              <a:rPr lang="en-US" dirty="0" err="1">
                <a:latin typeface="Arial" panose="020B0604020202020204" pitchFamily="34" charset="0"/>
                <a:cs typeface="Arial" panose="020B0604020202020204" pitchFamily="34" charset="0"/>
              </a:rPr>
              <a:t>SessionFactory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sessionFactory</a:t>
            </a:r>
            <a:r>
              <a:rPr lang="en-US" dirty="0">
                <a:latin typeface="Arial" panose="020B0604020202020204" pitchFamily="34" charset="0"/>
                <a:cs typeface="Arial" panose="020B0604020202020204" pitchFamily="34" charset="0"/>
              </a:rPr>
              <a:t> = new Configuration().configure().</a:t>
            </a:r>
            <a:r>
              <a:rPr lang="en-US" dirty="0" err="1">
                <a:latin typeface="Arial" panose="020B0604020202020204" pitchFamily="34" charset="0"/>
                <a:cs typeface="Arial" panose="020B0604020202020204" pitchFamily="34" charset="0"/>
              </a:rPr>
              <a:t>buildSessionFactory</a:t>
            </a:r>
            <a:r>
              <a:rPr lang="en-US" dirty="0">
                <a:latin typeface="Arial" panose="020B0604020202020204" pitchFamily="34" charset="0"/>
                <a:cs typeface="Arial" panose="020B0604020202020204" pitchFamily="34" charset="0"/>
              </a:rPr>
              <a:t>();</a:t>
            </a:r>
          </a:p>
          <a:p>
            <a:pPr marL="179388" lvl="3" indent="0">
              <a:buNone/>
            </a:pPr>
            <a:r>
              <a:rPr lang="en-US" dirty="0">
                <a:latin typeface="Arial" panose="020B0604020202020204" pitchFamily="34" charset="0"/>
                <a:cs typeface="Arial" panose="020B0604020202020204" pitchFamily="34" charset="0"/>
              </a:rPr>
              <a:t>Session </a:t>
            </a:r>
            <a:r>
              <a:rPr lang="en-US" dirty="0" err="1">
                <a:latin typeface="Arial" panose="020B0604020202020204" pitchFamily="34" charset="0"/>
                <a:cs typeface="Arial" panose="020B0604020202020204" pitchFamily="34" charset="0"/>
              </a:rPr>
              <a:t>session</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sessionFactory.openSession</a:t>
            </a:r>
            <a:r>
              <a:rPr lang="en-US" dirty="0">
                <a:latin typeface="Arial" panose="020B0604020202020204" pitchFamily="34" charset="0"/>
                <a:cs typeface="Arial" panose="020B0604020202020204" pitchFamily="34" charset="0"/>
              </a:rPr>
              <a:t>();</a:t>
            </a:r>
          </a:p>
          <a:p>
            <a:pPr marL="179388" lvl="3" indent="0">
              <a:buNone/>
            </a:pPr>
            <a:r>
              <a:rPr lang="en-US" dirty="0">
                <a:latin typeface="Arial" panose="020B0604020202020204" pitchFamily="34" charset="0"/>
                <a:cs typeface="Arial" panose="020B0604020202020204" pitchFamily="34" charset="0"/>
              </a:rPr>
              <a:t>Transaction </a:t>
            </a:r>
            <a:r>
              <a:rPr lang="en-US" dirty="0" err="1">
                <a:latin typeface="Arial" panose="020B0604020202020204" pitchFamily="34" charset="0"/>
                <a:cs typeface="Arial" panose="020B0604020202020204" pitchFamily="34" charset="0"/>
              </a:rPr>
              <a:t>transaction</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session.beginTransactionimport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java.util.Scanner</a:t>
            </a:r>
            <a:r>
              <a:rPr lang="en-US" dirty="0">
                <a:latin typeface="Arial" panose="020B0604020202020204" pitchFamily="34" charset="0"/>
                <a:cs typeface="Arial" panose="020B0604020202020204" pitchFamily="34" charset="0"/>
              </a:rPr>
              <a:t>;</a:t>
            </a:r>
          </a:p>
          <a:p>
            <a:pPr marL="179388" lvl="3" indent="0">
              <a:buNone/>
            </a:pPr>
            <a:r>
              <a:rPr lang="en-US" dirty="0">
                <a:latin typeface="Arial" panose="020B0604020202020204" pitchFamily="34" charset="0"/>
                <a:cs typeface="Arial" panose="020B0604020202020204" pitchFamily="34" charset="0"/>
              </a:rPr>
              <a:t>import </a:t>
            </a:r>
            <a:r>
              <a:rPr lang="en-US" dirty="0" err="1">
                <a:latin typeface="Arial" panose="020B0604020202020204" pitchFamily="34" charset="0"/>
                <a:cs typeface="Arial" panose="020B0604020202020204" pitchFamily="34" charset="0"/>
              </a:rPr>
              <a:t>org.hibernate.HibernateException</a:t>
            </a:r>
            <a:r>
              <a:rPr lang="en-US" dirty="0">
                <a:latin typeface="Arial" panose="020B0604020202020204" pitchFamily="34" charset="0"/>
                <a:cs typeface="Arial" panose="020B0604020202020204" pitchFamily="34" charset="0"/>
              </a:rPr>
              <a:t>;</a:t>
            </a:r>
          </a:p>
          <a:p>
            <a:pPr marL="179388" lvl="3" indent="0">
              <a:buNone/>
            </a:pPr>
            <a:r>
              <a:rPr lang="en-US" dirty="0">
                <a:latin typeface="Arial" panose="020B0604020202020204" pitchFamily="34" charset="0"/>
                <a:cs typeface="Arial" panose="020B0604020202020204" pitchFamily="34" charset="0"/>
              </a:rPr>
              <a:t>import </a:t>
            </a:r>
            <a:r>
              <a:rPr lang="en-US" dirty="0" err="1">
                <a:latin typeface="Arial" panose="020B0604020202020204" pitchFamily="34" charset="0"/>
                <a:cs typeface="Arial" panose="020B0604020202020204" pitchFamily="34" charset="0"/>
              </a:rPr>
              <a:t>org.hibernate.Query</a:t>
            </a:r>
            <a:r>
              <a:rPr lang="en-US" dirty="0">
                <a:latin typeface="Arial" panose="020B0604020202020204" pitchFamily="34" charset="0"/>
                <a:cs typeface="Arial" panose="020B0604020202020204" pitchFamily="34" charset="0"/>
              </a:rPr>
              <a:t>;</a:t>
            </a:r>
          </a:p>
          <a:p>
            <a:pPr marL="179388" lvl="3" indent="0">
              <a:buNone/>
            </a:pPr>
            <a:r>
              <a:rPr lang="en-US" dirty="0">
                <a:latin typeface="Arial" panose="020B0604020202020204" pitchFamily="34" charset="0"/>
                <a:cs typeface="Arial" panose="020B0604020202020204" pitchFamily="34" charset="0"/>
              </a:rPr>
              <a:t>import </a:t>
            </a:r>
            <a:r>
              <a:rPr lang="en-US" dirty="0" err="1">
                <a:latin typeface="Arial" panose="020B0604020202020204" pitchFamily="34" charset="0"/>
                <a:cs typeface="Arial" panose="020B0604020202020204" pitchFamily="34" charset="0"/>
              </a:rPr>
              <a:t>org.hibernate.Session</a:t>
            </a:r>
            <a:r>
              <a:rPr lang="en-US" dirty="0">
                <a:latin typeface="Arial" panose="020B0604020202020204" pitchFamily="34" charset="0"/>
                <a:cs typeface="Arial" panose="020B0604020202020204" pitchFamily="34" charset="0"/>
              </a:rPr>
              <a:t>;</a:t>
            </a:r>
          </a:p>
          <a:p>
            <a:pPr marL="179388" lvl="3" indent="0">
              <a:buNone/>
            </a:pPr>
            <a:r>
              <a:rPr lang="en-US" dirty="0">
                <a:latin typeface="Arial" panose="020B0604020202020204" pitchFamily="34" charset="0"/>
                <a:cs typeface="Arial" panose="020B0604020202020204" pitchFamily="34" charset="0"/>
              </a:rPr>
              <a:t>import </a:t>
            </a:r>
            <a:r>
              <a:rPr lang="en-US" dirty="0" err="1">
                <a:latin typeface="Arial" panose="020B0604020202020204" pitchFamily="34" charset="0"/>
                <a:cs typeface="Arial" panose="020B0604020202020204" pitchFamily="34" charset="0"/>
              </a:rPr>
              <a:t>org.hibernate.SessionFactory</a:t>
            </a:r>
            <a:r>
              <a:rPr lang="en-US" dirty="0">
                <a:latin typeface="Arial" panose="020B0604020202020204" pitchFamily="34" charset="0"/>
                <a:cs typeface="Arial" panose="020B0604020202020204" pitchFamily="34" charset="0"/>
              </a:rPr>
              <a:t>;</a:t>
            </a:r>
          </a:p>
          <a:p>
            <a:pPr marL="179388" lvl="3" indent="0">
              <a:buNone/>
            </a:pPr>
            <a:r>
              <a:rPr lang="en-US" dirty="0">
                <a:latin typeface="Arial" panose="020B0604020202020204" pitchFamily="34" charset="0"/>
                <a:cs typeface="Arial" panose="020B0604020202020204" pitchFamily="34" charset="0"/>
              </a:rPr>
              <a:t>import </a:t>
            </a:r>
            <a:r>
              <a:rPr lang="en-US" dirty="0" err="1">
                <a:latin typeface="Arial" panose="020B0604020202020204" pitchFamily="34" charset="0"/>
                <a:cs typeface="Arial" panose="020B0604020202020204" pitchFamily="34" charset="0"/>
              </a:rPr>
              <a:t>org.hibernate.Transaction</a:t>
            </a:r>
            <a:r>
              <a:rPr lang="en-US" dirty="0">
                <a:latin typeface="Arial" panose="020B0604020202020204" pitchFamily="34" charset="0"/>
                <a:cs typeface="Arial" panose="020B0604020202020204" pitchFamily="34" charset="0"/>
              </a:rPr>
              <a:t>;</a:t>
            </a:r>
          </a:p>
          <a:p>
            <a:pPr marL="179388" lvl="3" indent="0">
              <a:buNone/>
            </a:pPr>
            <a:r>
              <a:rPr lang="en-US" dirty="0">
                <a:latin typeface="Arial" panose="020B0604020202020204" pitchFamily="34" charset="0"/>
                <a:cs typeface="Arial" panose="020B0604020202020204" pitchFamily="34" charset="0"/>
              </a:rPr>
              <a:t>import org. ();</a:t>
            </a:r>
          </a:p>
        </p:txBody>
      </p:sp>
    </p:spTree>
    <p:extLst>
      <p:ext uri="{BB962C8B-B14F-4D97-AF65-F5344CB8AC3E}">
        <p14:creationId xmlns:p14="http://schemas.microsoft.com/office/powerpoint/2010/main" val="41065307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Hibernate Demo Class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46</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algn="just">
              <a:lnSpc>
                <a:spcPct val="150000"/>
              </a:lnSpc>
            </a:pPr>
            <a:endParaRPr lang="en-US" sz="1800" dirty="0"/>
          </a:p>
        </p:txBody>
      </p:sp>
      <p:sp>
        <p:nvSpPr>
          <p:cNvPr id="2" name="object 5">
            <a:extLst>
              <a:ext uri="{FF2B5EF4-FFF2-40B4-BE49-F238E27FC236}">
                <a16:creationId xmlns:a16="http://schemas.microsoft.com/office/drawing/2014/main" id="{E598257B-53B0-DEEC-A400-1AA1CEB1E25F}"/>
              </a:ext>
            </a:extLst>
          </p:cNvPr>
          <p:cNvSpPr txBox="1"/>
          <p:nvPr/>
        </p:nvSpPr>
        <p:spPr>
          <a:xfrm>
            <a:off x="1072859" y="1415592"/>
            <a:ext cx="9864315" cy="4521751"/>
          </a:xfrm>
          <a:prstGeom prst="rect">
            <a:avLst/>
          </a:prstGeom>
          <a:solidFill>
            <a:schemeClr val="accent4">
              <a:lumMod val="20000"/>
              <a:lumOff val="80000"/>
            </a:schemeClr>
          </a:solidFill>
          <a:ln w="9144">
            <a:solidFill>
              <a:srgbClr val="000000"/>
            </a:solidFill>
          </a:ln>
        </p:spPr>
        <p:txBody>
          <a:bodyPr vert="horz" wrap="square" lIns="0" tIns="88900" rIns="0" bIns="0" rtlCol="0">
            <a:spAutoFit/>
          </a:bodyPr>
          <a:lstStyle/>
          <a:p>
            <a:r>
              <a:rPr lang="en-US" b="0" dirty="0">
                <a:latin typeface="Arial" panose="020B0604020202020204" pitchFamily="34" charset="0"/>
                <a:cs typeface="Arial" panose="020B0604020202020204" pitchFamily="34" charset="0"/>
              </a:rPr>
              <a:t> try {	Scanner input = new Scanner(System.in);			</a:t>
            </a:r>
          </a:p>
          <a:p>
            <a:r>
              <a:rPr lang="en-US" b="0" dirty="0">
                <a:latin typeface="Arial" panose="020B0604020202020204" pitchFamily="34" charset="0"/>
                <a:cs typeface="Arial" panose="020B0604020202020204" pitchFamily="34" charset="0"/>
              </a:rPr>
              <a:t>			Query </a:t>
            </a:r>
            <a:r>
              <a:rPr lang="en-US" b="0" dirty="0" err="1">
                <a:latin typeface="Arial" panose="020B0604020202020204" pitchFamily="34" charset="0"/>
                <a:cs typeface="Arial" panose="020B0604020202020204" pitchFamily="34" charset="0"/>
              </a:rPr>
              <a:t>query</a:t>
            </a:r>
            <a:r>
              <a:rPr lang="en-US" b="0" dirty="0">
                <a:latin typeface="Arial" panose="020B0604020202020204" pitchFamily="34" charset="0"/>
                <a:cs typeface="Arial" panose="020B0604020202020204" pitchFamily="34" charset="0"/>
              </a:rPr>
              <a:t> = </a:t>
            </a:r>
            <a:r>
              <a:rPr lang="en-US" b="0" dirty="0" err="1">
                <a:latin typeface="Arial" panose="020B0604020202020204" pitchFamily="34" charset="0"/>
                <a:cs typeface="Arial" panose="020B0604020202020204" pitchFamily="34" charset="0"/>
              </a:rPr>
              <a:t>session.createQuery</a:t>
            </a:r>
            <a:r>
              <a:rPr lang="en-US" b="0" dirty="0">
                <a:latin typeface="Arial" panose="020B0604020202020204" pitchFamily="34" charset="0"/>
                <a:cs typeface="Arial" panose="020B0604020202020204" pitchFamily="34" charset="0"/>
              </a:rPr>
              <a:t>("from Employee");</a:t>
            </a:r>
          </a:p>
          <a:p>
            <a:r>
              <a:rPr lang="en-US" b="0" dirty="0">
                <a:latin typeface="Arial" panose="020B0604020202020204" pitchFamily="34" charset="0"/>
                <a:cs typeface="Arial" panose="020B0604020202020204" pitchFamily="34" charset="0"/>
              </a:rPr>
              <a:t>			List employees = </a:t>
            </a:r>
            <a:r>
              <a:rPr lang="en-US" b="0" dirty="0" err="1">
                <a:latin typeface="Arial" panose="020B0604020202020204" pitchFamily="34" charset="0"/>
                <a:cs typeface="Arial" panose="020B0604020202020204" pitchFamily="34" charset="0"/>
              </a:rPr>
              <a:t>query.list</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for (Object obj : employees) {</a:t>
            </a:r>
          </a:p>
          <a:p>
            <a:r>
              <a:rPr lang="en-US" b="0" dirty="0">
                <a:latin typeface="Arial" panose="020B0604020202020204" pitchFamily="34" charset="0"/>
                <a:cs typeface="Arial" panose="020B0604020202020204" pitchFamily="34" charset="0"/>
              </a:rPr>
              <a:t>				Employee e = (Employee) obj;</a:t>
            </a:r>
          </a:p>
          <a:p>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System.out.println</a:t>
            </a:r>
            <a:r>
              <a:rPr lang="en-US" b="0" dirty="0">
                <a:latin typeface="Arial" panose="020B0604020202020204" pitchFamily="34" charset="0"/>
                <a:cs typeface="Arial" panose="020B0604020202020204" pitchFamily="34" charset="0"/>
              </a:rPr>
              <a:t>(e);</a:t>
            </a:r>
          </a:p>
          <a:p>
            <a:r>
              <a:rPr lang="en-US" b="0" dirty="0">
                <a:latin typeface="Arial" panose="020B0604020202020204" pitchFamily="34" charset="0"/>
                <a:cs typeface="Arial" panose="020B0604020202020204" pitchFamily="34" charset="0"/>
              </a:rPr>
              <a:t>			}</a:t>
            </a:r>
          </a:p>
          <a:p>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System.out.println</a:t>
            </a:r>
            <a:r>
              <a:rPr lang="en-US" b="0" dirty="0">
                <a:latin typeface="Arial" panose="020B0604020202020204" pitchFamily="34" charset="0"/>
                <a:cs typeface="Arial" panose="020B0604020202020204" pitchFamily="34" charset="0"/>
              </a:rPr>
              <a:t>("Enter Employee ID NAME SALARY for Creation");</a:t>
            </a:r>
          </a:p>
          <a:p>
            <a:r>
              <a:rPr lang="en-US" b="0" dirty="0">
                <a:latin typeface="Arial" panose="020B0604020202020204" pitchFamily="34" charset="0"/>
                <a:cs typeface="Arial" panose="020B0604020202020204" pitchFamily="34" charset="0"/>
              </a:rPr>
              <a:t>			int </a:t>
            </a:r>
            <a:r>
              <a:rPr lang="en-US" b="0" dirty="0" err="1">
                <a:latin typeface="Arial" panose="020B0604020202020204" pitchFamily="34" charset="0"/>
                <a:cs typeface="Arial" panose="020B0604020202020204" pitchFamily="34" charset="0"/>
              </a:rPr>
              <a:t>eid</a:t>
            </a:r>
            <a:r>
              <a:rPr lang="en-US" b="0" dirty="0">
                <a:latin typeface="Arial" panose="020B0604020202020204" pitchFamily="34" charset="0"/>
                <a:cs typeface="Arial" panose="020B0604020202020204" pitchFamily="34" charset="0"/>
              </a:rPr>
              <a:t>=</a:t>
            </a:r>
            <a:r>
              <a:rPr lang="en-US" b="0" dirty="0" err="1">
                <a:latin typeface="Arial" panose="020B0604020202020204" pitchFamily="34" charset="0"/>
                <a:cs typeface="Arial" panose="020B0604020202020204" pitchFamily="34" charset="0"/>
              </a:rPr>
              <a:t>input.nextInt</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String name=</a:t>
            </a:r>
            <a:r>
              <a:rPr lang="en-US" b="0" dirty="0" err="1">
                <a:latin typeface="Arial" panose="020B0604020202020204" pitchFamily="34" charset="0"/>
                <a:cs typeface="Arial" panose="020B0604020202020204" pitchFamily="34" charset="0"/>
              </a:rPr>
              <a:t>input.next</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int </a:t>
            </a:r>
            <a:r>
              <a:rPr lang="en-US" b="0" dirty="0" err="1">
                <a:latin typeface="Arial" panose="020B0604020202020204" pitchFamily="34" charset="0"/>
                <a:cs typeface="Arial" panose="020B0604020202020204" pitchFamily="34" charset="0"/>
              </a:rPr>
              <a:t>sal</a:t>
            </a:r>
            <a:r>
              <a:rPr lang="en-US" b="0" dirty="0">
                <a:latin typeface="Arial" panose="020B0604020202020204" pitchFamily="34" charset="0"/>
                <a:cs typeface="Arial" panose="020B0604020202020204" pitchFamily="34" charset="0"/>
              </a:rPr>
              <a:t>=</a:t>
            </a:r>
            <a:r>
              <a:rPr lang="en-US" b="0" dirty="0" err="1">
                <a:latin typeface="Arial" panose="020B0604020202020204" pitchFamily="34" charset="0"/>
                <a:cs typeface="Arial" panose="020B0604020202020204" pitchFamily="34" charset="0"/>
              </a:rPr>
              <a:t>input.nextInt</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Employee s = new Employee();</a:t>
            </a:r>
          </a:p>
          <a:p>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s.s</a:t>
            </a:r>
            <a:r>
              <a:rPr lang="az-Cyrl-AZ" b="0" dirty="0">
                <a:latin typeface="Arial" panose="020B0604020202020204" pitchFamily="34" charset="0"/>
                <a:cs typeface="Arial" panose="020B0604020202020204" pitchFamily="34" charset="0"/>
              </a:rPr>
              <a:t>е</a:t>
            </a:r>
            <a:r>
              <a:rPr lang="en-US" b="0" dirty="0" err="1">
                <a:latin typeface="Arial" panose="020B0604020202020204" pitchFamily="34" charset="0"/>
                <a:cs typeface="Arial" panose="020B0604020202020204" pitchFamily="34" charset="0"/>
              </a:rPr>
              <a:t>tId</a:t>
            </a:r>
            <a:r>
              <a:rPr lang="en-US" b="0" dirty="0">
                <a:latin typeface="Arial" panose="020B0604020202020204" pitchFamily="34" charset="0"/>
                <a:cs typeface="Arial" panose="020B0604020202020204" pitchFamily="34" charset="0"/>
              </a:rPr>
              <a:t>(</a:t>
            </a:r>
            <a:r>
              <a:rPr lang="en-US" b="0" dirty="0" err="1">
                <a:latin typeface="Arial" panose="020B0604020202020204" pitchFamily="34" charset="0"/>
                <a:cs typeface="Arial" panose="020B0604020202020204" pitchFamily="34" charset="0"/>
              </a:rPr>
              <a:t>eid</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s.s</a:t>
            </a:r>
            <a:r>
              <a:rPr lang="az-Cyrl-AZ" b="0" dirty="0">
                <a:latin typeface="Arial" panose="020B0604020202020204" pitchFamily="34" charset="0"/>
                <a:cs typeface="Arial" panose="020B0604020202020204" pitchFamily="34" charset="0"/>
              </a:rPr>
              <a:t>е</a:t>
            </a:r>
            <a:r>
              <a:rPr lang="en-US" b="0" dirty="0" err="1">
                <a:latin typeface="Arial" panose="020B0604020202020204" pitchFamily="34" charset="0"/>
                <a:cs typeface="Arial" panose="020B0604020202020204" pitchFamily="34" charset="0"/>
              </a:rPr>
              <a:t>tNam</a:t>
            </a:r>
            <a:r>
              <a:rPr lang="az-Cyrl-AZ" b="0" dirty="0">
                <a:latin typeface="Arial" panose="020B0604020202020204" pitchFamily="34" charset="0"/>
                <a:cs typeface="Arial" panose="020B0604020202020204" pitchFamily="34" charset="0"/>
              </a:rPr>
              <a:t>е(</a:t>
            </a:r>
            <a:r>
              <a:rPr lang="en-US" b="0" dirty="0">
                <a:latin typeface="Arial" panose="020B0604020202020204" pitchFamily="34" charset="0"/>
                <a:cs typeface="Arial" panose="020B0604020202020204" pitchFamily="34" charset="0"/>
              </a:rPr>
              <a:t>name);</a:t>
            </a:r>
          </a:p>
          <a:p>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s.s</a:t>
            </a:r>
            <a:r>
              <a:rPr lang="az-Cyrl-AZ" b="0" dirty="0">
                <a:latin typeface="Arial" panose="020B0604020202020204" pitchFamily="34" charset="0"/>
                <a:cs typeface="Arial" panose="020B0604020202020204" pitchFamily="34" charset="0"/>
              </a:rPr>
              <a:t>е</a:t>
            </a:r>
            <a:r>
              <a:rPr lang="en-US" b="0" dirty="0" err="1">
                <a:latin typeface="Arial" panose="020B0604020202020204" pitchFamily="34" charset="0"/>
                <a:cs typeface="Arial" panose="020B0604020202020204" pitchFamily="34" charset="0"/>
              </a:rPr>
              <a:t>tSalary</a:t>
            </a:r>
            <a:r>
              <a:rPr lang="en-US" b="0" dirty="0">
                <a:latin typeface="Arial" panose="020B0604020202020204" pitchFamily="34" charset="0"/>
                <a:cs typeface="Arial" panose="020B0604020202020204" pitchFamily="34" charset="0"/>
              </a:rPr>
              <a:t>(</a:t>
            </a:r>
            <a:r>
              <a:rPr lang="en-US" b="0" dirty="0" err="1">
                <a:latin typeface="Arial" panose="020B0604020202020204" pitchFamily="34" charset="0"/>
                <a:cs typeface="Arial" panose="020B0604020202020204" pitchFamily="34" charset="0"/>
              </a:rPr>
              <a:t>sal</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session.save</a:t>
            </a:r>
            <a:r>
              <a:rPr lang="en-US" b="0" dirty="0">
                <a:latin typeface="Arial" panose="020B0604020202020204" pitchFamily="34" charset="0"/>
                <a:cs typeface="Arial" panose="020B0604020202020204" pitchFamily="34" charset="0"/>
              </a:rPr>
              <a:t>(s);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56378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Hibernate Demo Class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47</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algn="just">
              <a:lnSpc>
                <a:spcPct val="150000"/>
              </a:lnSpc>
            </a:pPr>
            <a:endParaRPr lang="en-US" sz="1800" dirty="0"/>
          </a:p>
        </p:txBody>
      </p:sp>
      <p:sp>
        <p:nvSpPr>
          <p:cNvPr id="2" name="object 5">
            <a:extLst>
              <a:ext uri="{FF2B5EF4-FFF2-40B4-BE49-F238E27FC236}">
                <a16:creationId xmlns:a16="http://schemas.microsoft.com/office/drawing/2014/main" id="{E598257B-53B0-DEEC-A400-1AA1CEB1E25F}"/>
              </a:ext>
            </a:extLst>
          </p:cNvPr>
          <p:cNvSpPr txBox="1"/>
          <p:nvPr/>
        </p:nvSpPr>
        <p:spPr>
          <a:xfrm>
            <a:off x="1072859" y="1415592"/>
            <a:ext cx="9864315" cy="4244752"/>
          </a:xfrm>
          <a:prstGeom prst="rect">
            <a:avLst/>
          </a:prstGeom>
          <a:solidFill>
            <a:schemeClr val="accent4">
              <a:lumMod val="20000"/>
              <a:lumOff val="80000"/>
            </a:schemeClr>
          </a:solidFill>
          <a:ln w="9144">
            <a:solidFill>
              <a:srgbClr val="000000"/>
            </a:solidFill>
          </a:ln>
        </p:spPr>
        <p:txBody>
          <a:bodyPr vert="horz" wrap="square" lIns="0" tIns="88900" rIns="0" bIns="0" rtlCol="0">
            <a:spAutoFit/>
          </a:bodyPr>
          <a:lstStyle/>
          <a:p>
            <a:r>
              <a:rPr lang="en-US" b="0" dirty="0">
                <a:latin typeface="Arial" panose="020B0604020202020204" pitchFamily="34" charset="0"/>
                <a:cs typeface="Arial" panose="020B0604020202020204" pitchFamily="34" charset="0"/>
              </a:rPr>
              <a:t>	// Update an Object</a:t>
            </a:r>
          </a:p>
          <a:p>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System.out.println</a:t>
            </a:r>
            <a:r>
              <a:rPr lang="en-US" b="0" dirty="0">
                <a:latin typeface="Arial" panose="020B0604020202020204" pitchFamily="34" charset="0"/>
                <a:cs typeface="Arial" panose="020B0604020202020204" pitchFamily="34" charset="0"/>
              </a:rPr>
              <a:t>("Enter the Employee ID for Updating Salary");</a:t>
            </a:r>
          </a:p>
          <a:p>
            <a:r>
              <a:rPr lang="en-US" b="0" dirty="0">
                <a:latin typeface="Arial" panose="020B0604020202020204" pitchFamily="34" charset="0"/>
                <a:cs typeface="Arial" panose="020B0604020202020204" pitchFamily="34" charset="0"/>
              </a:rPr>
              <a:t>			int </a:t>
            </a:r>
            <a:r>
              <a:rPr lang="en-US" b="0" dirty="0" err="1">
                <a:latin typeface="Arial" panose="020B0604020202020204" pitchFamily="34" charset="0"/>
                <a:cs typeface="Arial" panose="020B0604020202020204" pitchFamily="34" charset="0"/>
              </a:rPr>
              <a:t>e_id</a:t>
            </a:r>
            <a:r>
              <a:rPr lang="en-US" b="0" dirty="0">
                <a:latin typeface="Arial" panose="020B0604020202020204" pitchFamily="34" charset="0"/>
                <a:cs typeface="Arial" panose="020B0604020202020204" pitchFamily="34" charset="0"/>
              </a:rPr>
              <a:t> = </a:t>
            </a:r>
            <a:r>
              <a:rPr lang="en-US" b="0" dirty="0" err="1">
                <a:latin typeface="Arial" panose="020B0604020202020204" pitchFamily="34" charset="0"/>
                <a:cs typeface="Arial" panose="020B0604020202020204" pitchFamily="34" charset="0"/>
              </a:rPr>
              <a:t>input.nextInt</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Employee </a:t>
            </a:r>
            <a:r>
              <a:rPr lang="en-US" b="0" dirty="0" err="1">
                <a:latin typeface="Arial" panose="020B0604020202020204" pitchFamily="34" charset="0"/>
                <a:cs typeface="Arial" panose="020B0604020202020204" pitchFamily="34" charset="0"/>
              </a:rPr>
              <a:t>eobj</a:t>
            </a:r>
            <a:r>
              <a:rPr lang="en-US" b="0" dirty="0">
                <a:latin typeface="Arial" panose="020B0604020202020204" pitchFamily="34" charset="0"/>
                <a:cs typeface="Arial" panose="020B0604020202020204" pitchFamily="34" charset="0"/>
              </a:rPr>
              <a:t> = (Employee) </a:t>
            </a:r>
            <a:r>
              <a:rPr lang="en-US" b="0" dirty="0" err="1">
                <a:latin typeface="Arial" panose="020B0604020202020204" pitchFamily="34" charset="0"/>
                <a:cs typeface="Arial" panose="020B0604020202020204" pitchFamily="34" charset="0"/>
              </a:rPr>
              <a:t>session.load</a:t>
            </a:r>
            <a:r>
              <a:rPr lang="en-US" b="0" dirty="0">
                <a:latin typeface="Arial" panose="020B0604020202020204" pitchFamily="34" charset="0"/>
                <a:cs typeface="Arial" panose="020B0604020202020204" pitchFamily="34" charset="0"/>
              </a:rPr>
              <a:t>(</a:t>
            </a:r>
            <a:r>
              <a:rPr lang="en-US" b="0" dirty="0" err="1">
                <a:latin typeface="Arial" panose="020B0604020202020204" pitchFamily="34" charset="0"/>
                <a:cs typeface="Arial" panose="020B0604020202020204" pitchFamily="34" charset="0"/>
              </a:rPr>
              <a:t>Employee.class</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e_id</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System.out.println</a:t>
            </a:r>
            <a:r>
              <a:rPr lang="en-US" b="0" dirty="0">
                <a:latin typeface="Arial" panose="020B0604020202020204" pitchFamily="34" charset="0"/>
                <a:cs typeface="Arial" panose="020B0604020202020204" pitchFamily="34" charset="0"/>
              </a:rPr>
              <a:t>("Enter Salary : ");</a:t>
            </a:r>
          </a:p>
          <a:p>
            <a:r>
              <a:rPr lang="en-US" b="0" dirty="0">
                <a:latin typeface="Arial" panose="020B0604020202020204" pitchFamily="34" charset="0"/>
                <a:cs typeface="Arial" panose="020B0604020202020204" pitchFamily="34" charset="0"/>
              </a:rPr>
              <a:t>			int salary = </a:t>
            </a:r>
            <a:r>
              <a:rPr lang="en-US" b="0" dirty="0" err="1">
                <a:latin typeface="Arial" panose="020B0604020202020204" pitchFamily="34" charset="0"/>
                <a:cs typeface="Arial" panose="020B0604020202020204" pitchFamily="34" charset="0"/>
              </a:rPr>
              <a:t>input.nextInt</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eobj.s</a:t>
            </a:r>
            <a:r>
              <a:rPr lang="az-Cyrl-AZ" b="0" dirty="0">
                <a:latin typeface="Arial" panose="020B0604020202020204" pitchFamily="34" charset="0"/>
                <a:cs typeface="Arial" panose="020B0604020202020204" pitchFamily="34" charset="0"/>
              </a:rPr>
              <a:t>е</a:t>
            </a:r>
            <a:r>
              <a:rPr lang="en-US" b="0" dirty="0" err="1">
                <a:latin typeface="Arial" panose="020B0604020202020204" pitchFamily="34" charset="0"/>
                <a:cs typeface="Arial" panose="020B0604020202020204" pitchFamily="34" charset="0"/>
              </a:rPr>
              <a:t>tSalary</a:t>
            </a:r>
            <a:r>
              <a:rPr lang="en-US" b="0" dirty="0">
                <a:latin typeface="Arial" panose="020B0604020202020204" pitchFamily="34" charset="0"/>
                <a:cs typeface="Arial" panose="020B0604020202020204" pitchFamily="34" charset="0"/>
              </a:rPr>
              <a:t>(salary);</a:t>
            </a:r>
          </a:p>
          <a:p>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session.saveOrUpdate</a:t>
            </a:r>
            <a:r>
              <a:rPr lang="en-US" b="0" dirty="0">
                <a:latin typeface="Arial" panose="020B0604020202020204" pitchFamily="34" charset="0"/>
                <a:cs typeface="Arial" panose="020B0604020202020204" pitchFamily="34" charset="0"/>
              </a:rPr>
              <a:t>(</a:t>
            </a:r>
            <a:r>
              <a:rPr lang="en-US" b="0" dirty="0" err="1">
                <a:latin typeface="Arial" panose="020B0604020202020204" pitchFamily="34" charset="0"/>
                <a:cs typeface="Arial" panose="020B0604020202020204" pitchFamily="34" charset="0"/>
              </a:rPr>
              <a:t>eobj</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 Deleting an Object</a:t>
            </a:r>
          </a:p>
          <a:p>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System.out.println</a:t>
            </a:r>
            <a:r>
              <a:rPr lang="en-US" b="0" dirty="0">
                <a:latin typeface="Arial" panose="020B0604020202020204" pitchFamily="34" charset="0"/>
                <a:cs typeface="Arial" panose="020B0604020202020204" pitchFamily="34" charset="0"/>
              </a:rPr>
              <a:t>("Enter Employee ID for Deletion : ");</a:t>
            </a:r>
          </a:p>
          <a:p>
            <a:r>
              <a:rPr lang="en-US" b="0" dirty="0">
                <a:latin typeface="Arial" panose="020B0604020202020204" pitchFamily="34" charset="0"/>
                <a:cs typeface="Arial" panose="020B0604020202020204" pitchFamily="34" charset="0"/>
              </a:rPr>
              <a:t>			int id = </a:t>
            </a:r>
            <a:r>
              <a:rPr lang="en-US" b="0" dirty="0" err="1">
                <a:latin typeface="Arial" panose="020B0604020202020204" pitchFamily="34" charset="0"/>
                <a:cs typeface="Arial" panose="020B0604020202020204" pitchFamily="34" charset="0"/>
              </a:rPr>
              <a:t>input.nextInt</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Employee eobj2 = (Employee) </a:t>
            </a:r>
            <a:r>
              <a:rPr lang="en-US" b="0" dirty="0" err="1">
                <a:latin typeface="Arial" panose="020B0604020202020204" pitchFamily="34" charset="0"/>
                <a:cs typeface="Arial" panose="020B0604020202020204" pitchFamily="34" charset="0"/>
              </a:rPr>
              <a:t>session.load</a:t>
            </a:r>
            <a:r>
              <a:rPr lang="en-US" b="0" dirty="0">
                <a:latin typeface="Arial" panose="020B0604020202020204" pitchFamily="34" charset="0"/>
                <a:cs typeface="Arial" panose="020B0604020202020204" pitchFamily="34" charset="0"/>
              </a:rPr>
              <a:t>(</a:t>
            </a:r>
            <a:r>
              <a:rPr lang="en-US" b="0" dirty="0" err="1">
                <a:latin typeface="Arial" panose="020B0604020202020204" pitchFamily="34" charset="0"/>
                <a:cs typeface="Arial" panose="020B0604020202020204" pitchFamily="34" charset="0"/>
              </a:rPr>
              <a:t>Employee.class</a:t>
            </a:r>
            <a:r>
              <a:rPr lang="en-US" b="0" dirty="0">
                <a:latin typeface="Arial" panose="020B0604020202020204" pitchFamily="34" charset="0"/>
                <a:cs typeface="Arial" panose="020B0604020202020204" pitchFamily="34" charset="0"/>
              </a:rPr>
              <a:t>, id);</a:t>
            </a:r>
          </a:p>
          <a:p>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session.delete</a:t>
            </a:r>
            <a:r>
              <a:rPr lang="en-US" b="0" dirty="0">
                <a:latin typeface="Arial" panose="020B0604020202020204" pitchFamily="34" charset="0"/>
                <a:cs typeface="Arial" panose="020B0604020202020204" pitchFamily="34" charset="0"/>
              </a:rPr>
              <a:t>(eobj2);</a:t>
            </a:r>
          </a:p>
          <a:p>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transaction.commit</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 </a:t>
            </a:r>
          </a:p>
        </p:txBody>
      </p:sp>
    </p:spTree>
    <p:extLst>
      <p:ext uri="{BB962C8B-B14F-4D97-AF65-F5344CB8AC3E}">
        <p14:creationId xmlns:p14="http://schemas.microsoft.com/office/powerpoint/2010/main" val="11774383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Hibernate Demo Class</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48</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algn="just">
              <a:lnSpc>
                <a:spcPct val="150000"/>
              </a:lnSpc>
            </a:pPr>
            <a:endParaRPr lang="en-US" sz="1800" dirty="0"/>
          </a:p>
        </p:txBody>
      </p:sp>
      <p:sp>
        <p:nvSpPr>
          <p:cNvPr id="2" name="object 5">
            <a:extLst>
              <a:ext uri="{FF2B5EF4-FFF2-40B4-BE49-F238E27FC236}">
                <a16:creationId xmlns:a16="http://schemas.microsoft.com/office/drawing/2014/main" id="{E598257B-53B0-DEEC-A400-1AA1CEB1E25F}"/>
              </a:ext>
            </a:extLst>
          </p:cNvPr>
          <p:cNvSpPr txBox="1"/>
          <p:nvPr/>
        </p:nvSpPr>
        <p:spPr>
          <a:xfrm>
            <a:off x="1072859" y="1415592"/>
            <a:ext cx="9864315" cy="4244752"/>
          </a:xfrm>
          <a:prstGeom prst="rect">
            <a:avLst/>
          </a:prstGeom>
          <a:solidFill>
            <a:schemeClr val="accent4">
              <a:lumMod val="20000"/>
              <a:lumOff val="80000"/>
            </a:schemeClr>
          </a:solidFill>
          <a:ln w="9144">
            <a:solidFill>
              <a:srgbClr val="000000"/>
            </a:solidFill>
          </a:ln>
        </p:spPr>
        <p:txBody>
          <a:bodyPr vert="horz" wrap="square" lIns="0" tIns="88900" rIns="0" bIns="0" rtlCol="0">
            <a:spAutoFit/>
          </a:bodyPr>
          <a:lstStyle/>
          <a:p>
            <a:r>
              <a:rPr lang="en-US" b="0" dirty="0">
                <a:latin typeface="Arial" panose="020B0604020202020204" pitchFamily="34" charset="0"/>
                <a:cs typeface="Arial" panose="020B0604020202020204" pitchFamily="34" charset="0"/>
              </a:rPr>
              <a:t>catch (</a:t>
            </a:r>
            <a:r>
              <a:rPr lang="en-US" b="0" dirty="0" err="1">
                <a:latin typeface="Arial" panose="020B0604020202020204" pitchFamily="34" charset="0"/>
                <a:cs typeface="Arial" panose="020B0604020202020204" pitchFamily="34" charset="0"/>
              </a:rPr>
              <a:t>HibernateException</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hibernateEx</a:t>
            </a:r>
            <a:r>
              <a:rPr lang="en-US" b="0" dirty="0">
                <a:latin typeface="Arial" panose="020B0604020202020204" pitchFamily="34" charset="0"/>
                <a:cs typeface="Arial" panose="020B0604020202020204" pitchFamily="34" charset="0"/>
              </a:rPr>
              <a:t>) {</a:t>
            </a:r>
          </a:p>
          <a:p>
            <a:r>
              <a:rPr lang="en-US" b="0" dirty="0">
                <a:latin typeface="Arial" panose="020B0604020202020204" pitchFamily="34" charset="0"/>
                <a:cs typeface="Arial" panose="020B0604020202020204" pitchFamily="34" charset="0"/>
              </a:rPr>
              <a:t>try {</a:t>
            </a:r>
          </a:p>
          <a:p>
            <a:r>
              <a:rPr lang="en-US" b="0" dirty="0" err="1">
                <a:latin typeface="Arial" panose="020B0604020202020204" pitchFamily="34" charset="0"/>
                <a:cs typeface="Arial" panose="020B0604020202020204" pitchFamily="34" charset="0"/>
              </a:rPr>
              <a:t>transaction.rollback</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catch (</a:t>
            </a:r>
            <a:r>
              <a:rPr lang="en-US" b="0" dirty="0" err="1">
                <a:latin typeface="Arial" panose="020B0604020202020204" pitchFamily="34" charset="0"/>
                <a:cs typeface="Arial" panose="020B0604020202020204" pitchFamily="34" charset="0"/>
              </a:rPr>
              <a:t>RuntimeException</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runtimeEx</a:t>
            </a:r>
            <a:r>
              <a:rPr lang="en-US" b="0" dirty="0">
                <a:latin typeface="Arial" panose="020B0604020202020204" pitchFamily="34" charset="0"/>
                <a:cs typeface="Arial" panose="020B0604020202020204" pitchFamily="34" charset="0"/>
              </a:rPr>
              <a:t>) {</a:t>
            </a:r>
          </a:p>
          <a:p>
            <a:r>
              <a:rPr lang="en-US" b="0" dirty="0" err="1">
                <a:latin typeface="Arial" panose="020B0604020202020204" pitchFamily="34" charset="0"/>
                <a:cs typeface="Arial" panose="020B0604020202020204" pitchFamily="34" charset="0"/>
              </a:rPr>
              <a:t>System.</a:t>
            </a:r>
            <a:r>
              <a:rPr lang="en-US" b="0" i="1" dirty="0" err="1">
                <a:latin typeface="Arial" panose="020B0604020202020204" pitchFamily="34" charset="0"/>
                <a:cs typeface="Arial" panose="020B0604020202020204" pitchFamily="34" charset="0"/>
              </a:rPr>
              <a:t>err.printf</a:t>
            </a:r>
            <a:r>
              <a:rPr lang="en-US" b="0" i="1" dirty="0">
                <a:latin typeface="Arial" panose="020B0604020202020204" pitchFamily="34" charset="0"/>
                <a:cs typeface="Arial" panose="020B0604020202020204" pitchFamily="34" charset="0"/>
              </a:rPr>
              <a:t>("Could not Roll Back Transaction", </a:t>
            </a:r>
            <a:r>
              <a:rPr lang="en-US" b="0" i="1" dirty="0" err="1">
                <a:latin typeface="Arial" panose="020B0604020202020204" pitchFamily="34" charset="0"/>
                <a:cs typeface="Arial" panose="020B0604020202020204" pitchFamily="34" charset="0"/>
              </a:rPr>
              <a:t>runtimeEx</a:t>
            </a:r>
            <a:r>
              <a:rPr lang="en-US" b="0" i="1"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a:t>
            </a:r>
          </a:p>
          <a:p>
            <a:r>
              <a:rPr lang="en-US" b="0" dirty="0" err="1">
                <a:latin typeface="Arial" panose="020B0604020202020204" pitchFamily="34" charset="0"/>
                <a:cs typeface="Arial" panose="020B0604020202020204" pitchFamily="34" charset="0"/>
              </a:rPr>
              <a:t>hibernateEx.printStackTrace</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 finally {</a:t>
            </a:r>
          </a:p>
          <a:p>
            <a:r>
              <a:rPr lang="en-US" b="0" dirty="0">
                <a:latin typeface="Arial" panose="020B0604020202020204" pitchFamily="34" charset="0"/>
                <a:cs typeface="Arial" panose="020B0604020202020204" pitchFamily="34" charset="0"/>
              </a:rPr>
              <a:t>if (session != null) {</a:t>
            </a:r>
          </a:p>
          <a:p>
            <a:r>
              <a:rPr lang="en-US" b="0" dirty="0" err="1">
                <a:latin typeface="Arial" panose="020B0604020202020204" pitchFamily="34" charset="0"/>
                <a:cs typeface="Arial" panose="020B0604020202020204" pitchFamily="34" charset="0"/>
              </a:rPr>
              <a:t>session.close</a:t>
            </a:r>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a:t>
            </a:r>
          </a:p>
          <a:p>
            <a:endParaRPr lang="en-US" b="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31061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600" dirty="0"/>
              <a:t>CRUD Example</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Executing Hibernate Demo</a:t>
            </a:r>
            <a:endParaRPr lang="de-DE" dirty="0">
              <a:solidFill>
                <a:srgbClr val="512E6E"/>
              </a:solidFill>
            </a:endParaRPr>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a:xfrm>
            <a:off x="355568" y="6648186"/>
            <a:ext cx="594043" cy="259497"/>
          </a:xfrm>
        </p:spPr>
        <p:txBody>
          <a:bodyPr/>
          <a:lstStyle/>
          <a:p>
            <a:fld id="{64EFF315-FA4E-4084-ACCF-A94C350B883E}" type="slidenum">
              <a:rPr lang="en-US" smtClean="0"/>
              <a:pPr/>
              <a:t>49</a:t>
            </a:fld>
            <a:endParaRPr lang="en-US" dirty="0"/>
          </a:p>
        </p:txBody>
      </p:sp>
      <p:sp>
        <p:nvSpPr>
          <p:cNvPr id="10" name="Text Placeholder 9">
            <a:extLst>
              <a:ext uri="{FF2B5EF4-FFF2-40B4-BE49-F238E27FC236}">
                <a16:creationId xmlns:a16="http://schemas.microsoft.com/office/drawing/2014/main" id="{11463ADD-C12D-05F7-6359-5456F3DB281F}"/>
              </a:ext>
            </a:extLst>
          </p:cNvPr>
          <p:cNvSpPr>
            <a:spLocks noGrp="1"/>
          </p:cNvSpPr>
          <p:nvPr>
            <p:ph type="body" sz="quarter" idx="12"/>
          </p:nvPr>
        </p:nvSpPr>
        <p:spPr/>
        <p:txBody>
          <a:bodyPr/>
          <a:lstStyle/>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marL="285750" indent="-285750" algn="just">
              <a:lnSpc>
                <a:spcPct val="150000"/>
              </a:lnSpc>
              <a:buChar char="•"/>
            </a:pPr>
            <a:endParaRPr lang="en-US" sz="1800" dirty="0"/>
          </a:p>
          <a:p>
            <a:pPr algn="just">
              <a:lnSpc>
                <a:spcPct val="150000"/>
              </a:lnSpc>
            </a:pPr>
            <a:endParaRPr lang="en-US" sz="1800" dirty="0"/>
          </a:p>
        </p:txBody>
      </p:sp>
      <p:sp>
        <p:nvSpPr>
          <p:cNvPr id="2" name="object 5">
            <a:extLst>
              <a:ext uri="{FF2B5EF4-FFF2-40B4-BE49-F238E27FC236}">
                <a16:creationId xmlns:a16="http://schemas.microsoft.com/office/drawing/2014/main" id="{E598257B-53B0-DEEC-A400-1AA1CEB1E25F}"/>
              </a:ext>
            </a:extLst>
          </p:cNvPr>
          <p:cNvSpPr txBox="1"/>
          <p:nvPr/>
        </p:nvSpPr>
        <p:spPr>
          <a:xfrm>
            <a:off x="1072733" y="1425639"/>
            <a:ext cx="10541209" cy="4885953"/>
          </a:xfrm>
          <a:prstGeom prst="rect">
            <a:avLst/>
          </a:prstGeom>
          <a:noFill/>
          <a:ln w="9144">
            <a:solidFill>
              <a:srgbClr val="000000"/>
            </a:solidFill>
          </a:ln>
        </p:spPr>
        <p:txBody>
          <a:bodyPr vert="horz" wrap="square" lIns="0" tIns="88900" rIns="0" bIns="0" rtlCol="0">
            <a:spAutoFit/>
          </a:bodyPr>
          <a:lstStyle/>
          <a:p>
            <a:pPr marL="285750" indent="-285750">
              <a:lnSpc>
                <a:spcPct val="15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Right Click on Project-&gt;Run As-&gt;Java Application</a:t>
            </a:r>
          </a:p>
          <a:p>
            <a:pPr marL="285750" indent="-285750">
              <a:lnSpc>
                <a:spcPct val="15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a:lnSpc>
                <a:spcPct val="150000"/>
              </a:lnSpc>
              <a:spcBef>
                <a:spcPts val="600"/>
              </a:spcBef>
            </a:pPr>
            <a:endParaRPr lang="en-US" b="1" dirty="0">
              <a:latin typeface="Arial" panose="020B0604020202020204" pitchFamily="34" charset="0"/>
              <a:cs typeface="Arial" panose="020B0604020202020204" pitchFamily="34" charset="0"/>
            </a:endParaRPr>
          </a:p>
          <a:p>
            <a:pPr marL="285750" indent="-285750">
              <a:lnSpc>
                <a:spcPct val="15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lnSpc>
                <a:spcPct val="15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lnSpc>
                <a:spcPct val="15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lnSpc>
                <a:spcPct val="15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lnSpc>
                <a:spcPct val="150000"/>
              </a:lnSpc>
              <a:spcBef>
                <a:spcPts val="600"/>
              </a:spcBef>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a:lnSpc>
                <a:spcPct val="150000"/>
              </a:lnSpc>
              <a:spcBef>
                <a:spcPts val="600"/>
              </a:spcBef>
            </a:pPr>
            <a:endParaRPr lang="en-US" b="1" dirty="0">
              <a:latin typeface="Arial" panose="020B0604020202020204" pitchFamily="34" charset="0"/>
              <a:cs typeface="Arial" panose="020B0604020202020204" pitchFamily="34" charset="0"/>
            </a:endParaRPr>
          </a:p>
          <a:p>
            <a:pPr>
              <a:lnSpc>
                <a:spcPct val="150000"/>
              </a:lnSpc>
              <a:spcBef>
                <a:spcPts val="600"/>
              </a:spcBef>
            </a:pPr>
            <a:endParaRPr lang="en-US" b="1"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3A01FBBE-4875-1AB9-0101-3064DAC45108}"/>
              </a:ext>
            </a:extLst>
          </p:cNvPr>
          <p:cNvPicPr>
            <a:picLocks noChangeAspect="1"/>
          </p:cNvPicPr>
          <p:nvPr/>
        </p:nvPicPr>
        <p:blipFill>
          <a:blip r:embed="rId2"/>
          <a:stretch>
            <a:fillRect/>
          </a:stretch>
        </p:blipFill>
        <p:spPr>
          <a:xfrm>
            <a:off x="1263320" y="2094790"/>
            <a:ext cx="4441272" cy="4117314"/>
          </a:xfrm>
          <a:prstGeom prst="rect">
            <a:avLst/>
          </a:prstGeom>
        </p:spPr>
      </p:pic>
      <p:pic>
        <p:nvPicPr>
          <p:cNvPr id="9" name="Picture 8">
            <a:extLst>
              <a:ext uri="{FF2B5EF4-FFF2-40B4-BE49-F238E27FC236}">
                <a16:creationId xmlns:a16="http://schemas.microsoft.com/office/drawing/2014/main" id="{FFBA7B8D-F9F0-947B-5B84-AB8DED561746}"/>
              </a:ext>
            </a:extLst>
          </p:cNvPr>
          <p:cNvPicPr>
            <a:picLocks noChangeAspect="1"/>
          </p:cNvPicPr>
          <p:nvPr/>
        </p:nvPicPr>
        <p:blipFill>
          <a:blip r:embed="rId3"/>
          <a:stretch>
            <a:fillRect/>
          </a:stretch>
        </p:blipFill>
        <p:spPr>
          <a:xfrm>
            <a:off x="5995312" y="2525193"/>
            <a:ext cx="5357498" cy="3686911"/>
          </a:xfrm>
          <a:prstGeom prst="rect">
            <a:avLst/>
          </a:prstGeom>
        </p:spPr>
      </p:pic>
    </p:spTree>
    <p:extLst>
      <p:ext uri="{BB962C8B-B14F-4D97-AF65-F5344CB8AC3E}">
        <p14:creationId xmlns:p14="http://schemas.microsoft.com/office/powerpoint/2010/main" val="36632689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4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Quiz</a:t>
            </a:r>
            <a:r>
              <a:rPr lang="en-US" dirty="0"/>
              <a:t/>
            </a:r>
            <a:br>
              <a:rPr lang="en-US" dirty="0"/>
            </a:br>
            <a:r>
              <a:rPr lang="en-US" dirty="0"/>
              <a:t/>
            </a:r>
            <a:br>
              <a:rPr lang="en-US" dirty="0"/>
            </a:br>
            <a:endParaRPr lang="en-US" dirty="0"/>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p:txBody>
          <a:bodyPr/>
          <a:lstStyle/>
          <a:p>
            <a:fld id="{64EFF315-FA4E-4084-ACCF-A94C350B883E}" type="slidenum">
              <a:rPr lang="en-US" smtClean="0"/>
              <a:pPr/>
              <a:t>50</a:t>
            </a:fld>
            <a:endParaRPr lang="en-US" dirty="0"/>
          </a:p>
        </p:txBody>
      </p:sp>
      <p:pic>
        <p:nvPicPr>
          <p:cNvPr id="33" name="Picture 2" descr="C:\Users\MY PC\Downloads\quiz.jpg">
            <a:extLst>
              <a:ext uri="{FF2B5EF4-FFF2-40B4-BE49-F238E27FC236}">
                <a16:creationId xmlns:a16="http://schemas.microsoft.com/office/drawing/2014/main" id="{18CCB575-DD43-4310-9B31-3F27C6F4C2A3}"/>
              </a:ext>
            </a:extLst>
          </p:cNvPr>
          <p:cNvPicPr>
            <a:picLocks noChangeAspect="1" noChangeArrowheads="1"/>
          </p:cNvPicPr>
          <p:nvPr/>
        </p:nvPicPr>
        <p:blipFill>
          <a:blip r:embed="rId2" cstate="print"/>
          <a:srcRect/>
          <a:stretch>
            <a:fillRect/>
          </a:stretch>
        </p:blipFill>
        <p:spPr bwMode="auto">
          <a:xfrm>
            <a:off x="977410" y="1416416"/>
            <a:ext cx="3687991" cy="2277485"/>
          </a:xfrm>
          <a:prstGeom prst="rect">
            <a:avLst/>
          </a:prstGeom>
          <a:noFill/>
        </p:spPr>
      </p:pic>
      <p:sp>
        <p:nvSpPr>
          <p:cNvPr id="40" name="Text Placeholder 4">
            <a:extLst>
              <a:ext uri="{FF2B5EF4-FFF2-40B4-BE49-F238E27FC236}">
                <a16:creationId xmlns:a16="http://schemas.microsoft.com/office/drawing/2014/main" id="{5340DEB3-F8B5-4FBA-992E-F36974E344A8}"/>
              </a:ext>
            </a:extLst>
          </p:cNvPr>
          <p:cNvSpPr txBox="1">
            <a:spLocks/>
          </p:cNvSpPr>
          <p:nvPr/>
        </p:nvSpPr>
        <p:spPr>
          <a:xfrm>
            <a:off x="4665401" y="1407671"/>
            <a:ext cx="7279671" cy="4799993"/>
          </a:xfrm>
          <a:prstGeom prst="rect">
            <a:avLst/>
          </a:prstGeom>
        </p:spPr>
        <p:txBody>
          <a:bodyPr/>
          <a:lstStyle>
            <a:lvl1pPr marL="176213" indent="-176213" algn="l" defTabSz="914400" rtl="0" eaLnBrk="1" latinLnBrk="0" hangingPunct="1">
              <a:lnSpc>
                <a:spcPct val="90000"/>
              </a:lnSpc>
              <a:spcBef>
                <a:spcPts val="1000"/>
              </a:spcBef>
              <a:buFont typeface="Arial" panose="020B0604020202020204" pitchFamily="34" charset="0"/>
              <a:buChar char="•"/>
              <a:defRPr sz="2000" b="0" kern="1200">
                <a:solidFill>
                  <a:schemeClr val="tx2"/>
                </a:solidFill>
                <a:latin typeface="+mn-lt"/>
                <a:ea typeface="+mn-ea"/>
                <a:cs typeface="+mn-cs"/>
              </a:defRPr>
            </a:lvl1pPr>
            <a:lvl2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2pPr>
            <a:lvl3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3pPr>
            <a:lvl4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4pPr>
            <a:lvl5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spcBef>
                <a:spcPts val="0"/>
              </a:spcBef>
              <a:buFont typeface="Arial" panose="020B0604020202020204" pitchFamily="34" charset="0"/>
              <a:buNone/>
            </a:pPr>
            <a:endParaRPr lang="en-US" sz="1700" b="1" dirty="0">
              <a:solidFill>
                <a:srgbClr val="212745"/>
              </a:solidFill>
              <a:effectLst>
                <a:outerShdw blurRad="38100" dist="38100" dir="2700000" algn="tl">
                  <a:srgbClr val="000000">
                    <a:alpha val="43137"/>
                  </a:srgbClr>
                </a:outerShdw>
              </a:effectLst>
              <a:latin typeface="Montserrat SemiBold"/>
            </a:endParaRPr>
          </a:p>
        </p:txBody>
      </p:sp>
      <p:sp>
        <p:nvSpPr>
          <p:cNvPr id="13" name="Titel 5">
            <a:extLst>
              <a:ext uri="{FF2B5EF4-FFF2-40B4-BE49-F238E27FC236}">
                <a16:creationId xmlns:a16="http://schemas.microsoft.com/office/drawing/2014/main" id="{30F6B62A-6602-4DAB-9E7F-B93B6FE7A79B}"/>
              </a:ext>
            </a:extLst>
          </p:cNvPr>
          <p:cNvSpPr txBox="1">
            <a:spLocks/>
          </p:cNvSpPr>
          <p:nvPr/>
        </p:nvSpPr>
        <p:spPr>
          <a:xfrm>
            <a:off x="5081285" y="1290409"/>
            <a:ext cx="6984045" cy="4799992"/>
          </a:xfrm>
          <a:prstGeom prst="rect">
            <a:avLst/>
          </a:prstGeom>
        </p:spPr>
        <p:txBody>
          <a:bodyPr vert="horz" lIns="0" tIns="0" rIns="0" bIns="0" rtlCol="0" anchor="t">
            <a:noAutofit/>
          </a:bodyPr>
          <a:lstStyle/>
          <a:p>
            <a:pPr marL="274320" lvl="0" indent="-274320" algn="just">
              <a:lnSpc>
                <a:spcPct val="200000"/>
              </a:lnSpc>
              <a:spcBef>
                <a:spcPts val="600"/>
              </a:spcBef>
              <a:buFont typeface="+mj-lt"/>
              <a:buAutoNum type="arabicPeriod"/>
            </a:pPr>
            <a:r>
              <a:rPr lang="en-US" sz="1800" b="1" dirty="0">
                <a:latin typeface="Arial" panose="020B0604020202020204" pitchFamily="34" charset="0"/>
                <a:ea typeface="+mj-ea"/>
                <a:cs typeface="Arial" panose="020B0604020202020204" pitchFamily="34" charset="0"/>
              </a:rPr>
              <a:t>What is an ORM stands for? </a:t>
            </a:r>
          </a:p>
        </p:txBody>
      </p:sp>
      <p:sp>
        <p:nvSpPr>
          <p:cNvPr id="12" name="Textplatzhalter 6">
            <a:extLst>
              <a:ext uri="{FF2B5EF4-FFF2-40B4-BE49-F238E27FC236}">
                <a16:creationId xmlns:a16="http://schemas.microsoft.com/office/drawing/2014/main" id="{CC72895C-724B-4F3B-8B7D-1E20525C8858}"/>
              </a:ext>
            </a:extLst>
          </p:cNvPr>
          <p:cNvSpPr txBox="1">
            <a:spLocks/>
          </p:cNvSpPr>
          <p:nvPr/>
        </p:nvSpPr>
        <p:spPr>
          <a:xfrm>
            <a:off x="5148759" y="2552701"/>
            <a:ext cx="2928441" cy="55115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nchor="ct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a:t>
            </a:r>
          </a:p>
          <a:p>
            <a:r>
              <a:rPr lang="en-US" sz="1800" dirty="0">
                <a:solidFill>
                  <a:schemeClr val="bg1"/>
                </a:solidFill>
                <a:latin typeface="Arial" panose="020B0604020202020204" pitchFamily="34" charset="0"/>
                <a:cs typeface="Arial" panose="020B0604020202020204" pitchFamily="34" charset="0"/>
              </a:rPr>
              <a:t>a) </a:t>
            </a:r>
            <a:r>
              <a:rPr lang="en-US" sz="1800" dirty="0">
                <a:latin typeface="Arial" panose="020B0604020202020204" pitchFamily="34" charset="0"/>
                <a:cs typeface="Arial" panose="020B0604020202020204" pitchFamily="34" charset="0"/>
              </a:rPr>
              <a:t>Object Rate Mapping</a:t>
            </a:r>
            <a:endParaRPr lang="en-IN" sz="1800" dirty="0">
              <a:latin typeface="Arial" panose="020B0604020202020204" pitchFamily="34" charset="0"/>
              <a:cs typeface="Arial" panose="020B0604020202020204" pitchFamily="34" charset="0"/>
            </a:endParaRPr>
          </a:p>
          <a:p>
            <a:endParaRPr lang="en-US" sz="1800" dirty="0">
              <a:solidFill>
                <a:schemeClr val="bg1"/>
              </a:solidFill>
              <a:latin typeface="Arial" panose="020B0604020202020204" pitchFamily="34" charset="0"/>
              <a:cs typeface="Arial" panose="020B0604020202020204" pitchFamily="34" charset="0"/>
            </a:endParaRPr>
          </a:p>
        </p:txBody>
      </p:sp>
      <p:sp>
        <p:nvSpPr>
          <p:cNvPr id="14" name="Textplatzhalter 8">
            <a:extLst>
              <a:ext uri="{FF2B5EF4-FFF2-40B4-BE49-F238E27FC236}">
                <a16:creationId xmlns:a16="http://schemas.microsoft.com/office/drawing/2014/main" id="{FDD02A71-7B39-47B4-A50F-B853F77F67BB}"/>
              </a:ext>
            </a:extLst>
          </p:cNvPr>
          <p:cNvSpPr txBox="1">
            <a:spLocks/>
          </p:cNvSpPr>
          <p:nvPr/>
        </p:nvSpPr>
        <p:spPr>
          <a:xfrm>
            <a:off x="8382449" y="2533650"/>
            <a:ext cx="3528963" cy="63706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a:t>
            </a:r>
            <a:r>
              <a:rPr lang="en-US" sz="1800" dirty="0"/>
              <a:t> </a:t>
            </a:r>
          </a:p>
          <a:p>
            <a:r>
              <a:rPr lang="en-US" sz="1800" dirty="0">
                <a:latin typeface="Arial" panose="020B0604020202020204" pitchFamily="34" charset="0"/>
                <a:cs typeface="Arial" panose="020B0604020202020204" pitchFamily="34" charset="0"/>
              </a:rPr>
              <a:t>     b) Object Relational Mapping</a:t>
            </a:r>
            <a:endParaRPr lang="en-IN" sz="1800" dirty="0">
              <a:latin typeface="Arial" panose="020B0604020202020204" pitchFamily="34" charset="0"/>
              <a:cs typeface="Arial" panose="020B0604020202020204" pitchFamily="34" charset="0"/>
            </a:endParaRPr>
          </a:p>
          <a:p>
            <a:endParaRPr lang="en-US" sz="1800" dirty="0">
              <a:solidFill>
                <a:schemeClr val="bg1"/>
              </a:solidFill>
              <a:latin typeface="Arial" panose="020B0604020202020204" pitchFamily="34" charset="0"/>
              <a:cs typeface="Arial" panose="020B0604020202020204" pitchFamily="34" charset="0"/>
            </a:endParaRPr>
          </a:p>
        </p:txBody>
      </p:sp>
      <p:sp>
        <p:nvSpPr>
          <p:cNvPr id="2" name="Textplatzhalter 8">
            <a:extLst>
              <a:ext uri="{FF2B5EF4-FFF2-40B4-BE49-F238E27FC236}">
                <a16:creationId xmlns:a16="http://schemas.microsoft.com/office/drawing/2014/main" id="{8C1750CD-66E2-A919-C442-6EAF62F0AF8B}"/>
              </a:ext>
            </a:extLst>
          </p:cNvPr>
          <p:cNvSpPr txBox="1">
            <a:spLocks/>
          </p:cNvSpPr>
          <p:nvPr/>
        </p:nvSpPr>
        <p:spPr>
          <a:xfrm>
            <a:off x="4956955" y="3514725"/>
            <a:ext cx="3438903" cy="487259"/>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c) </a:t>
            </a:r>
            <a:r>
              <a:rPr lang="en-IN" sz="1800" b="1" dirty="0">
                <a:latin typeface="Arial" panose="020B0604020202020204" pitchFamily="34" charset="0"/>
                <a:cs typeface="Arial" panose="020B0604020202020204" pitchFamily="34" charset="0"/>
              </a:rPr>
              <a:t>Operating Related Mapping</a:t>
            </a:r>
            <a:endParaRPr lang="en-US" sz="1800" dirty="0">
              <a:solidFill>
                <a:schemeClr val="bg1"/>
              </a:solidFill>
              <a:latin typeface="Arial" panose="020B0604020202020204" pitchFamily="34" charset="0"/>
              <a:cs typeface="Arial" panose="020B0604020202020204" pitchFamily="34" charset="0"/>
            </a:endParaRPr>
          </a:p>
        </p:txBody>
      </p:sp>
      <p:sp>
        <p:nvSpPr>
          <p:cNvPr id="9" name="Textplatzhalter 6">
            <a:extLst>
              <a:ext uri="{FF2B5EF4-FFF2-40B4-BE49-F238E27FC236}">
                <a16:creationId xmlns:a16="http://schemas.microsoft.com/office/drawing/2014/main" id="{957954E1-B999-4D54-46F0-1B9E95842D2A}"/>
              </a:ext>
            </a:extLst>
          </p:cNvPr>
          <p:cNvSpPr txBox="1">
            <a:spLocks/>
          </p:cNvSpPr>
          <p:nvPr/>
        </p:nvSpPr>
        <p:spPr>
          <a:xfrm>
            <a:off x="6110784" y="4657726"/>
            <a:ext cx="3995117" cy="55115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nchor="ct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t>    </a:t>
            </a:r>
            <a:r>
              <a:rPr lang="en-US" sz="1800" dirty="0">
                <a:latin typeface="Arial" panose="020B0604020202020204" pitchFamily="34" charset="0"/>
                <a:cs typeface="Arial" panose="020B0604020202020204" pitchFamily="34" charset="0"/>
              </a:rPr>
              <a:t>b) Object Relational Mapping</a:t>
            </a:r>
            <a:endParaRPr lang="en-IN" sz="1800" dirty="0">
              <a:latin typeface="Arial" panose="020B0604020202020204" pitchFamily="34" charset="0"/>
              <a:cs typeface="Arial" panose="020B0604020202020204" pitchFamily="34" charset="0"/>
            </a:endParaRPr>
          </a:p>
        </p:txBody>
      </p:sp>
      <p:sp>
        <p:nvSpPr>
          <p:cNvPr id="7" name="Textplatzhalter 8">
            <a:extLst>
              <a:ext uri="{FF2B5EF4-FFF2-40B4-BE49-F238E27FC236}">
                <a16:creationId xmlns:a16="http://schemas.microsoft.com/office/drawing/2014/main" id="{E91492BD-ADF5-EE8B-CDD3-C86456807139}"/>
              </a:ext>
            </a:extLst>
          </p:cNvPr>
          <p:cNvSpPr txBox="1">
            <a:spLocks/>
          </p:cNvSpPr>
          <p:nvPr/>
        </p:nvSpPr>
        <p:spPr>
          <a:xfrm>
            <a:off x="8600699" y="3500868"/>
            <a:ext cx="3438903" cy="487259"/>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d) </a:t>
            </a:r>
            <a:r>
              <a:rPr lang="en-IN" sz="1800" b="1" dirty="0">
                <a:latin typeface="Arial" panose="020B0604020202020204" pitchFamily="34" charset="0"/>
                <a:cs typeface="Arial" panose="020B0604020202020204" pitchFamily="34" charset="0"/>
              </a:rPr>
              <a:t>Operating Related Mapping</a:t>
            </a:r>
            <a:endParaRPr lang="en-US" sz="1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6829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linds(horizontal)">
                                      <p:cBhvr>
                                        <p:cTn id="7" dur="50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4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Quiz</a:t>
            </a:r>
            <a:r>
              <a:rPr lang="en-US" dirty="0"/>
              <a:t/>
            </a:r>
            <a:br>
              <a:rPr lang="en-US" dirty="0"/>
            </a:br>
            <a:r>
              <a:rPr lang="en-US" dirty="0"/>
              <a:t/>
            </a:r>
            <a:br>
              <a:rPr lang="en-US" dirty="0"/>
            </a:br>
            <a:endParaRPr lang="en-US" dirty="0"/>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p:txBody>
          <a:bodyPr/>
          <a:lstStyle/>
          <a:p>
            <a:fld id="{64EFF315-FA4E-4084-ACCF-A94C350B883E}" type="slidenum">
              <a:rPr lang="en-US" smtClean="0"/>
              <a:pPr/>
              <a:t>51</a:t>
            </a:fld>
            <a:endParaRPr lang="en-US" dirty="0"/>
          </a:p>
        </p:txBody>
      </p:sp>
      <p:pic>
        <p:nvPicPr>
          <p:cNvPr id="33" name="Picture 2" descr="C:\Users\MY PC\Downloads\quiz.jpg">
            <a:extLst>
              <a:ext uri="{FF2B5EF4-FFF2-40B4-BE49-F238E27FC236}">
                <a16:creationId xmlns:a16="http://schemas.microsoft.com/office/drawing/2014/main" id="{18CCB575-DD43-4310-9B31-3F27C6F4C2A3}"/>
              </a:ext>
            </a:extLst>
          </p:cNvPr>
          <p:cNvPicPr>
            <a:picLocks noChangeAspect="1" noChangeArrowheads="1"/>
          </p:cNvPicPr>
          <p:nvPr/>
        </p:nvPicPr>
        <p:blipFill>
          <a:blip r:embed="rId2" cstate="print"/>
          <a:srcRect/>
          <a:stretch>
            <a:fillRect/>
          </a:stretch>
        </p:blipFill>
        <p:spPr bwMode="auto">
          <a:xfrm>
            <a:off x="977410" y="1416416"/>
            <a:ext cx="3687991" cy="2277485"/>
          </a:xfrm>
          <a:prstGeom prst="rect">
            <a:avLst/>
          </a:prstGeom>
          <a:noFill/>
        </p:spPr>
      </p:pic>
      <p:sp>
        <p:nvSpPr>
          <p:cNvPr id="40" name="Text Placeholder 4">
            <a:extLst>
              <a:ext uri="{FF2B5EF4-FFF2-40B4-BE49-F238E27FC236}">
                <a16:creationId xmlns:a16="http://schemas.microsoft.com/office/drawing/2014/main" id="{5340DEB3-F8B5-4FBA-992E-F36974E344A8}"/>
              </a:ext>
            </a:extLst>
          </p:cNvPr>
          <p:cNvSpPr txBox="1">
            <a:spLocks/>
          </p:cNvSpPr>
          <p:nvPr/>
        </p:nvSpPr>
        <p:spPr>
          <a:xfrm>
            <a:off x="4665401" y="1407671"/>
            <a:ext cx="7279671" cy="4799993"/>
          </a:xfrm>
          <a:prstGeom prst="rect">
            <a:avLst/>
          </a:prstGeom>
        </p:spPr>
        <p:txBody>
          <a:bodyPr/>
          <a:lstStyle>
            <a:lvl1pPr marL="176213" indent="-176213" algn="l" defTabSz="914400" rtl="0" eaLnBrk="1" latinLnBrk="0" hangingPunct="1">
              <a:lnSpc>
                <a:spcPct val="90000"/>
              </a:lnSpc>
              <a:spcBef>
                <a:spcPts val="1000"/>
              </a:spcBef>
              <a:buFont typeface="Arial" panose="020B0604020202020204" pitchFamily="34" charset="0"/>
              <a:buChar char="•"/>
              <a:defRPr sz="2000" b="0" kern="1200">
                <a:solidFill>
                  <a:schemeClr val="tx2"/>
                </a:solidFill>
                <a:latin typeface="+mn-lt"/>
                <a:ea typeface="+mn-ea"/>
                <a:cs typeface="+mn-cs"/>
              </a:defRPr>
            </a:lvl1pPr>
            <a:lvl2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2pPr>
            <a:lvl3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3pPr>
            <a:lvl4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4pPr>
            <a:lvl5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spcBef>
                <a:spcPts val="0"/>
              </a:spcBef>
              <a:buFont typeface="Arial" panose="020B0604020202020204" pitchFamily="34" charset="0"/>
              <a:buNone/>
            </a:pPr>
            <a:endParaRPr lang="en-US" sz="1700" b="1" dirty="0">
              <a:solidFill>
                <a:srgbClr val="212745"/>
              </a:solidFill>
              <a:effectLst>
                <a:outerShdw blurRad="38100" dist="38100" dir="2700000" algn="tl">
                  <a:srgbClr val="000000">
                    <a:alpha val="43137"/>
                  </a:srgbClr>
                </a:outerShdw>
              </a:effectLst>
              <a:latin typeface="Montserrat SemiBold"/>
            </a:endParaRPr>
          </a:p>
        </p:txBody>
      </p:sp>
      <p:sp>
        <p:nvSpPr>
          <p:cNvPr id="13" name="Titel 5">
            <a:extLst>
              <a:ext uri="{FF2B5EF4-FFF2-40B4-BE49-F238E27FC236}">
                <a16:creationId xmlns:a16="http://schemas.microsoft.com/office/drawing/2014/main" id="{30F6B62A-6602-4DAB-9E7F-B93B6FE7A79B}"/>
              </a:ext>
            </a:extLst>
          </p:cNvPr>
          <p:cNvSpPr txBox="1">
            <a:spLocks/>
          </p:cNvSpPr>
          <p:nvPr/>
        </p:nvSpPr>
        <p:spPr>
          <a:xfrm>
            <a:off x="5081285" y="1290409"/>
            <a:ext cx="6984045" cy="4799992"/>
          </a:xfrm>
          <a:prstGeom prst="rect">
            <a:avLst/>
          </a:prstGeom>
        </p:spPr>
        <p:txBody>
          <a:bodyPr vert="horz" lIns="0" tIns="0" rIns="0" bIns="0" rtlCol="0" anchor="t">
            <a:noAutofit/>
          </a:bodyPr>
          <a:lstStyle/>
          <a:p>
            <a:pPr marL="274320" lvl="0" indent="-274320" algn="just">
              <a:lnSpc>
                <a:spcPct val="200000"/>
              </a:lnSpc>
              <a:spcBef>
                <a:spcPts val="600"/>
              </a:spcBef>
            </a:pPr>
            <a:r>
              <a:rPr lang="en-US" sz="1800" b="1" dirty="0">
                <a:latin typeface="Arial" panose="020B0604020202020204" pitchFamily="34" charset="0"/>
                <a:ea typeface="+mj-ea"/>
                <a:cs typeface="Arial" panose="020B0604020202020204" pitchFamily="34" charset="0"/>
              </a:rPr>
              <a:t>2. Which of the following object is used to create </a:t>
            </a:r>
            <a:r>
              <a:rPr lang="en-US" sz="1800" b="1" dirty="0" err="1">
                <a:latin typeface="Arial" panose="020B0604020202020204" pitchFamily="34" charset="0"/>
                <a:ea typeface="+mj-ea"/>
                <a:cs typeface="Arial" panose="020B0604020202020204" pitchFamily="34" charset="0"/>
              </a:rPr>
              <a:t>SessionFactory</a:t>
            </a:r>
            <a:r>
              <a:rPr lang="en-US" sz="1800" b="1" dirty="0">
                <a:latin typeface="Arial" panose="020B0604020202020204" pitchFamily="34" charset="0"/>
                <a:ea typeface="+mj-ea"/>
                <a:cs typeface="Arial" panose="020B0604020202020204" pitchFamily="34" charset="0"/>
              </a:rPr>
              <a:t> object in hibernate?</a:t>
            </a:r>
          </a:p>
        </p:txBody>
      </p:sp>
      <p:sp>
        <p:nvSpPr>
          <p:cNvPr id="12" name="Textplatzhalter 6">
            <a:extLst>
              <a:ext uri="{FF2B5EF4-FFF2-40B4-BE49-F238E27FC236}">
                <a16:creationId xmlns:a16="http://schemas.microsoft.com/office/drawing/2014/main" id="{CC72895C-724B-4F3B-8B7D-1E20525C8858}"/>
              </a:ext>
            </a:extLst>
          </p:cNvPr>
          <p:cNvSpPr txBox="1">
            <a:spLocks/>
          </p:cNvSpPr>
          <p:nvPr/>
        </p:nvSpPr>
        <p:spPr>
          <a:xfrm>
            <a:off x="5148759" y="2552701"/>
            <a:ext cx="2928441" cy="55115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nchor="ct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a:t>
            </a:r>
          </a:p>
          <a:p>
            <a:r>
              <a:rPr lang="en-US" sz="1800" dirty="0">
                <a:solidFill>
                  <a:schemeClr val="bg1"/>
                </a:solidFill>
                <a:latin typeface="Arial" panose="020B0604020202020204" pitchFamily="34" charset="0"/>
                <a:cs typeface="Arial" panose="020B0604020202020204" pitchFamily="34" charset="0"/>
              </a:rPr>
              <a:t>a) </a:t>
            </a:r>
            <a:r>
              <a:rPr lang="en-US" sz="1800" dirty="0">
                <a:latin typeface="Arial" panose="020B0604020202020204" pitchFamily="34" charset="0"/>
                <a:cs typeface="Arial" panose="020B0604020202020204" pitchFamily="34" charset="0"/>
              </a:rPr>
              <a:t>Configuration</a:t>
            </a:r>
            <a:endParaRPr lang="en-IN" sz="1800" dirty="0">
              <a:latin typeface="Arial" panose="020B0604020202020204" pitchFamily="34" charset="0"/>
              <a:cs typeface="Arial" panose="020B0604020202020204" pitchFamily="34" charset="0"/>
            </a:endParaRPr>
          </a:p>
          <a:p>
            <a:endParaRPr lang="en-US" sz="1800" dirty="0">
              <a:solidFill>
                <a:schemeClr val="bg1"/>
              </a:solidFill>
              <a:latin typeface="Arial" panose="020B0604020202020204" pitchFamily="34" charset="0"/>
              <a:cs typeface="Arial" panose="020B0604020202020204" pitchFamily="34" charset="0"/>
            </a:endParaRPr>
          </a:p>
        </p:txBody>
      </p:sp>
      <p:sp>
        <p:nvSpPr>
          <p:cNvPr id="14" name="Textplatzhalter 8">
            <a:extLst>
              <a:ext uri="{FF2B5EF4-FFF2-40B4-BE49-F238E27FC236}">
                <a16:creationId xmlns:a16="http://schemas.microsoft.com/office/drawing/2014/main" id="{FDD02A71-7B39-47B4-A50F-B853F77F67BB}"/>
              </a:ext>
            </a:extLst>
          </p:cNvPr>
          <p:cNvSpPr txBox="1">
            <a:spLocks/>
          </p:cNvSpPr>
          <p:nvPr/>
        </p:nvSpPr>
        <p:spPr>
          <a:xfrm>
            <a:off x="8382449" y="2533650"/>
            <a:ext cx="3528963" cy="63706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a:t>
            </a:r>
            <a:r>
              <a:rPr lang="en-US" sz="1800" dirty="0"/>
              <a:t> </a:t>
            </a:r>
          </a:p>
          <a:p>
            <a:r>
              <a:rPr lang="en-US" sz="1800" dirty="0">
                <a:latin typeface="Arial" panose="020B0604020202020204" pitchFamily="34" charset="0"/>
                <a:cs typeface="Arial" panose="020B0604020202020204" pitchFamily="34" charset="0"/>
              </a:rPr>
              <a:t>     b) Session</a:t>
            </a:r>
            <a:endParaRPr lang="en-IN" sz="1800" dirty="0">
              <a:latin typeface="Arial" panose="020B0604020202020204" pitchFamily="34" charset="0"/>
              <a:cs typeface="Arial" panose="020B0604020202020204" pitchFamily="34" charset="0"/>
            </a:endParaRPr>
          </a:p>
          <a:p>
            <a:endParaRPr lang="en-US" sz="1800" dirty="0">
              <a:solidFill>
                <a:schemeClr val="bg1"/>
              </a:solidFill>
              <a:latin typeface="Arial" panose="020B0604020202020204" pitchFamily="34" charset="0"/>
              <a:cs typeface="Arial" panose="020B0604020202020204" pitchFamily="34" charset="0"/>
            </a:endParaRPr>
          </a:p>
        </p:txBody>
      </p:sp>
      <p:sp>
        <p:nvSpPr>
          <p:cNvPr id="2" name="Textplatzhalter 8">
            <a:extLst>
              <a:ext uri="{FF2B5EF4-FFF2-40B4-BE49-F238E27FC236}">
                <a16:creationId xmlns:a16="http://schemas.microsoft.com/office/drawing/2014/main" id="{8C1750CD-66E2-A919-C442-6EAF62F0AF8B}"/>
              </a:ext>
            </a:extLst>
          </p:cNvPr>
          <p:cNvSpPr txBox="1">
            <a:spLocks/>
          </p:cNvSpPr>
          <p:nvPr/>
        </p:nvSpPr>
        <p:spPr>
          <a:xfrm>
            <a:off x="5225143" y="3514725"/>
            <a:ext cx="2873828" cy="487259"/>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c) </a:t>
            </a:r>
            <a:r>
              <a:rPr lang="en-IN" sz="1800" b="1" dirty="0">
                <a:latin typeface="Arial" panose="020B0604020202020204" pitchFamily="34" charset="0"/>
                <a:cs typeface="Arial" panose="020B0604020202020204" pitchFamily="34" charset="0"/>
              </a:rPr>
              <a:t>Session Factory</a:t>
            </a:r>
            <a:endParaRPr lang="en-US" sz="1800" dirty="0">
              <a:solidFill>
                <a:schemeClr val="bg1"/>
              </a:solidFill>
              <a:latin typeface="Arial" panose="020B0604020202020204" pitchFamily="34" charset="0"/>
              <a:cs typeface="Arial" panose="020B0604020202020204" pitchFamily="34" charset="0"/>
            </a:endParaRPr>
          </a:p>
        </p:txBody>
      </p:sp>
      <p:sp>
        <p:nvSpPr>
          <p:cNvPr id="9" name="Textplatzhalter 6">
            <a:extLst>
              <a:ext uri="{FF2B5EF4-FFF2-40B4-BE49-F238E27FC236}">
                <a16:creationId xmlns:a16="http://schemas.microsoft.com/office/drawing/2014/main" id="{957954E1-B999-4D54-46F0-1B9E95842D2A}"/>
              </a:ext>
            </a:extLst>
          </p:cNvPr>
          <p:cNvSpPr txBox="1">
            <a:spLocks/>
          </p:cNvSpPr>
          <p:nvPr/>
        </p:nvSpPr>
        <p:spPr>
          <a:xfrm>
            <a:off x="6110784" y="4657726"/>
            <a:ext cx="3995117" cy="55115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nchor="ct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a:t>
            </a:r>
          </a:p>
          <a:p>
            <a:r>
              <a:rPr lang="en-US" sz="1800" dirty="0">
                <a:solidFill>
                  <a:schemeClr val="bg1"/>
                </a:solidFill>
                <a:latin typeface="Arial" panose="020B0604020202020204" pitchFamily="34" charset="0"/>
                <a:cs typeface="Arial" panose="020B0604020202020204" pitchFamily="34" charset="0"/>
              </a:rPr>
              <a:t>         a) </a:t>
            </a:r>
            <a:r>
              <a:rPr lang="en-US" sz="1800" dirty="0">
                <a:latin typeface="Arial" panose="020B0604020202020204" pitchFamily="34" charset="0"/>
                <a:cs typeface="Arial" panose="020B0604020202020204" pitchFamily="34" charset="0"/>
              </a:rPr>
              <a:t>Configuration</a:t>
            </a:r>
            <a:endParaRPr lang="en-IN" sz="1800" dirty="0">
              <a:latin typeface="Arial" panose="020B0604020202020204" pitchFamily="34" charset="0"/>
              <a:cs typeface="Arial" panose="020B0604020202020204" pitchFamily="34" charset="0"/>
            </a:endParaRPr>
          </a:p>
          <a:p>
            <a:endParaRPr lang="en-US" sz="1800" dirty="0">
              <a:solidFill>
                <a:schemeClr val="bg1"/>
              </a:solidFill>
              <a:latin typeface="Arial" panose="020B0604020202020204" pitchFamily="34" charset="0"/>
              <a:cs typeface="Arial" panose="020B0604020202020204" pitchFamily="34" charset="0"/>
            </a:endParaRPr>
          </a:p>
        </p:txBody>
      </p:sp>
      <p:sp>
        <p:nvSpPr>
          <p:cNvPr id="7" name="Textplatzhalter 8">
            <a:extLst>
              <a:ext uri="{FF2B5EF4-FFF2-40B4-BE49-F238E27FC236}">
                <a16:creationId xmlns:a16="http://schemas.microsoft.com/office/drawing/2014/main" id="{E91492BD-ADF5-EE8B-CDD3-C86456807139}"/>
              </a:ext>
            </a:extLst>
          </p:cNvPr>
          <p:cNvSpPr txBox="1">
            <a:spLocks/>
          </p:cNvSpPr>
          <p:nvPr/>
        </p:nvSpPr>
        <p:spPr>
          <a:xfrm>
            <a:off x="8600700" y="3500868"/>
            <a:ext cx="3303964" cy="487259"/>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d) </a:t>
            </a:r>
            <a:r>
              <a:rPr lang="en-IN" sz="1800" dirty="0">
                <a:latin typeface="Arial" panose="020B0604020202020204" pitchFamily="34" charset="0"/>
                <a:cs typeface="Arial" panose="020B0604020202020204" pitchFamily="34" charset="0"/>
              </a:rPr>
              <a:t>Transaction</a:t>
            </a:r>
            <a:endParaRPr lang="en-US" sz="1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6589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linds(horizontal)">
                                      <p:cBhvr>
                                        <p:cTn id="7" dur="50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4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Quiz</a:t>
            </a:r>
            <a:r>
              <a:rPr lang="en-US" dirty="0"/>
              <a:t/>
            </a:r>
            <a:br>
              <a:rPr lang="en-US" dirty="0"/>
            </a:br>
            <a:r>
              <a:rPr lang="en-US" dirty="0"/>
              <a:t/>
            </a:r>
            <a:br>
              <a:rPr lang="en-US" dirty="0"/>
            </a:br>
            <a:endParaRPr lang="en-US" dirty="0"/>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p:txBody>
          <a:bodyPr/>
          <a:lstStyle/>
          <a:p>
            <a:fld id="{64EFF315-FA4E-4084-ACCF-A94C350B883E}" type="slidenum">
              <a:rPr lang="en-US" smtClean="0"/>
              <a:pPr/>
              <a:t>52</a:t>
            </a:fld>
            <a:endParaRPr lang="en-US" dirty="0"/>
          </a:p>
        </p:txBody>
      </p:sp>
      <p:pic>
        <p:nvPicPr>
          <p:cNvPr id="33" name="Picture 2" descr="C:\Users\MY PC\Downloads\quiz.jpg">
            <a:extLst>
              <a:ext uri="{FF2B5EF4-FFF2-40B4-BE49-F238E27FC236}">
                <a16:creationId xmlns:a16="http://schemas.microsoft.com/office/drawing/2014/main" id="{18CCB575-DD43-4310-9B31-3F27C6F4C2A3}"/>
              </a:ext>
            </a:extLst>
          </p:cNvPr>
          <p:cNvPicPr>
            <a:picLocks noChangeAspect="1" noChangeArrowheads="1"/>
          </p:cNvPicPr>
          <p:nvPr/>
        </p:nvPicPr>
        <p:blipFill>
          <a:blip r:embed="rId2" cstate="print"/>
          <a:srcRect/>
          <a:stretch>
            <a:fillRect/>
          </a:stretch>
        </p:blipFill>
        <p:spPr bwMode="auto">
          <a:xfrm>
            <a:off x="977410" y="1416416"/>
            <a:ext cx="3687991" cy="2277485"/>
          </a:xfrm>
          <a:prstGeom prst="rect">
            <a:avLst/>
          </a:prstGeom>
          <a:noFill/>
        </p:spPr>
      </p:pic>
      <p:sp>
        <p:nvSpPr>
          <p:cNvPr id="40" name="Text Placeholder 4">
            <a:extLst>
              <a:ext uri="{FF2B5EF4-FFF2-40B4-BE49-F238E27FC236}">
                <a16:creationId xmlns:a16="http://schemas.microsoft.com/office/drawing/2014/main" id="{5340DEB3-F8B5-4FBA-992E-F36974E344A8}"/>
              </a:ext>
            </a:extLst>
          </p:cNvPr>
          <p:cNvSpPr txBox="1">
            <a:spLocks/>
          </p:cNvSpPr>
          <p:nvPr/>
        </p:nvSpPr>
        <p:spPr>
          <a:xfrm>
            <a:off x="4665401" y="1407671"/>
            <a:ext cx="7279671" cy="4799993"/>
          </a:xfrm>
          <a:prstGeom prst="rect">
            <a:avLst/>
          </a:prstGeom>
        </p:spPr>
        <p:txBody>
          <a:bodyPr/>
          <a:lstStyle>
            <a:lvl1pPr marL="176213" indent="-176213" algn="l" defTabSz="914400" rtl="0" eaLnBrk="1" latinLnBrk="0" hangingPunct="1">
              <a:lnSpc>
                <a:spcPct val="90000"/>
              </a:lnSpc>
              <a:spcBef>
                <a:spcPts val="1000"/>
              </a:spcBef>
              <a:buFont typeface="Arial" panose="020B0604020202020204" pitchFamily="34" charset="0"/>
              <a:buChar char="•"/>
              <a:defRPr sz="2000" b="0" kern="1200">
                <a:solidFill>
                  <a:schemeClr val="tx2"/>
                </a:solidFill>
                <a:latin typeface="+mn-lt"/>
                <a:ea typeface="+mn-ea"/>
                <a:cs typeface="+mn-cs"/>
              </a:defRPr>
            </a:lvl1pPr>
            <a:lvl2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2pPr>
            <a:lvl3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3pPr>
            <a:lvl4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4pPr>
            <a:lvl5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spcBef>
                <a:spcPts val="0"/>
              </a:spcBef>
              <a:buFont typeface="Arial" panose="020B0604020202020204" pitchFamily="34" charset="0"/>
              <a:buNone/>
            </a:pPr>
            <a:endParaRPr lang="en-US" sz="1700" b="1" dirty="0">
              <a:solidFill>
                <a:srgbClr val="212745"/>
              </a:solidFill>
              <a:effectLst>
                <a:outerShdw blurRad="38100" dist="38100" dir="2700000" algn="tl">
                  <a:srgbClr val="000000">
                    <a:alpha val="43137"/>
                  </a:srgbClr>
                </a:outerShdw>
              </a:effectLst>
              <a:latin typeface="Montserrat SemiBold"/>
            </a:endParaRPr>
          </a:p>
        </p:txBody>
      </p:sp>
      <p:sp>
        <p:nvSpPr>
          <p:cNvPr id="13" name="Titel 5">
            <a:extLst>
              <a:ext uri="{FF2B5EF4-FFF2-40B4-BE49-F238E27FC236}">
                <a16:creationId xmlns:a16="http://schemas.microsoft.com/office/drawing/2014/main" id="{30F6B62A-6602-4DAB-9E7F-B93B6FE7A79B}"/>
              </a:ext>
            </a:extLst>
          </p:cNvPr>
          <p:cNvSpPr txBox="1">
            <a:spLocks/>
          </p:cNvSpPr>
          <p:nvPr/>
        </p:nvSpPr>
        <p:spPr>
          <a:xfrm>
            <a:off x="5081285" y="1290409"/>
            <a:ext cx="6984045" cy="4799992"/>
          </a:xfrm>
          <a:prstGeom prst="rect">
            <a:avLst/>
          </a:prstGeom>
        </p:spPr>
        <p:txBody>
          <a:bodyPr vert="horz" lIns="0" tIns="0" rIns="0" bIns="0" rtlCol="0" anchor="t">
            <a:noAutofit/>
          </a:bodyPr>
          <a:lstStyle/>
          <a:p>
            <a:pPr lvl="0" algn="just">
              <a:lnSpc>
                <a:spcPct val="200000"/>
              </a:lnSpc>
              <a:spcBef>
                <a:spcPts val="600"/>
              </a:spcBef>
            </a:pPr>
            <a:r>
              <a:rPr lang="en-US" sz="1800" b="1" dirty="0">
                <a:latin typeface="Arial" panose="020B0604020202020204" pitchFamily="34" charset="0"/>
                <a:ea typeface="+mj-ea"/>
                <a:cs typeface="Arial" panose="020B0604020202020204" pitchFamily="34" charset="0"/>
              </a:rPr>
              <a:t>3. The POJO stands for </a:t>
            </a:r>
          </a:p>
        </p:txBody>
      </p:sp>
      <p:sp>
        <p:nvSpPr>
          <p:cNvPr id="12" name="Textplatzhalter 6">
            <a:extLst>
              <a:ext uri="{FF2B5EF4-FFF2-40B4-BE49-F238E27FC236}">
                <a16:creationId xmlns:a16="http://schemas.microsoft.com/office/drawing/2014/main" id="{CC72895C-724B-4F3B-8B7D-1E20525C8858}"/>
              </a:ext>
            </a:extLst>
          </p:cNvPr>
          <p:cNvSpPr txBox="1">
            <a:spLocks/>
          </p:cNvSpPr>
          <p:nvPr/>
        </p:nvSpPr>
        <p:spPr>
          <a:xfrm>
            <a:off x="5148759" y="2552701"/>
            <a:ext cx="3113432" cy="55115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nchor="ct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a:t>
            </a:r>
          </a:p>
          <a:p>
            <a:r>
              <a:rPr lang="en-US" sz="1800" dirty="0">
                <a:solidFill>
                  <a:schemeClr val="bg1"/>
                </a:solidFill>
                <a:latin typeface="Arial" panose="020B0604020202020204" pitchFamily="34" charset="0"/>
                <a:cs typeface="Arial" panose="020B0604020202020204" pitchFamily="34" charset="0"/>
              </a:rPr>
              <a:t>a) </a:t>
            </a:r>
            <a:r>
              <a:rPr lang="en-US" sz="1800" dirty="0">
                <a:latin typeface="Arial" panose="020B0604020202020204" pitchFamily="34" charset="0"/>
                <a:cs typeface="Arial" panose="020B0604020202020204" pitchFamily="34" charset="0"/>
              </a:rPr>
              <a:t>Plane Old Java Objects</a:t>
            </a:r>
            <a:endParaRPr lang="en-IN" sz="1800" dirty="0">
              <a:latin typeface="Arial" panose="020B0604020202020204" pitchFamily="34" charset="0"/>
              <a:cs typeface="Arial" panose="020B0604020202020204" pitchFamily="34" charset="0"/>
            </a:endParaRPr>
          </a:p>
          <a:p>
            <a:endParaRPr lang="en-US" sz="1800" dirty="0">
              <a:solidFill>
                <a:schemeClr val="bg1"/>
              </a:solidFill>
              <a:latin typeface="Arial" panose="020B0604020202020204" pitchFamily="34" charset="0"/>
              <a:cs typeface="Arial" panose="020B0604020202020204" pitchFamily="34" charset="0"/>
            </a:endParaRPr>
          </a:p>
        </p:txBody>
      </p:sp>
      <p:sp>
        <p:nvSpPr>
          <p:cNvPr id="14" name="Textplatzhalter 8">
            <a:extLst>
              <a:ext uri="{FF2B5EF4-FFF2-40B4-BE49-F238E27FC236}">
                <a16:creationId xmlns:a16="http://schemas.microsoft.com/office/drawing/2014/main" id="{FDD02A71-7B39-47B4-A50F-B853F77F67BB}"/>
              </a:ext>
            </a:extLst>
          </p:cNvPr>
          <p:cNvSpPr txBox="1">
            <a:spLocks/>
          </p:cNvSpPr>
          <p:nvPr/>
        </p:nvSpPr>
        <p:spPr>
          <a:xfrm>
            <a:off x="8382449" y="2533650"/>
            <a:ext cx="3528963" cy="63706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a:t>
            </a:r>
            <a:r>
              <a:rPr lang="en-US" sz="1800" dirty="0"/>
              <a:t> </a:t>
            </a:r>
            <a:r>
              <a:rPr lang="en-US" sz="1800" dirty="0">
                <a:latin typeface="Arial" panose="020B0604020202020204" pitchFamily="34" charset="0"/>
                <a:cs typeface="Arial" panose="020B0604020202020204" pitchFamily="34" charset="0"/>
              </a:rPr>
              <a:t>b) Particular Old Java Objects</a:t>
            </a:r>
            <a:endParaRPr lang="en-US" sz="1800" dirty="0">
              <a:solidFill>
                <a:schemeClr val="bg1"/>
              </a:solidFill>
              <a:latin typeface="Arial" panose="020B0604020202020204" pitchFamily="34" charset="0"/>
              <a:cs typeface="Arial" panose="020B0604020202020204" pitchFamily="34" charset="0"/>
            </a:endParaRPr>
          </a:p>
        </p:txBody>
      </p:sp>
      <p:sp>
        <p:nvSpPr>
          <p:cNvPr id="2" name="Textplatzhalter 8">
            <a:extLst>
              <a:ext uri="{FF2B5EF4-FFF2-40B4-BE49-F238E27FC236}">
                <a16:creationId xmlns:a16="http://schemas.microsoft.com/office/drawing/2014/main" id="{8C1750CD-66E2-A919-C442-6EAF62F0AF8B}"/>
              </a:ext>
            </a:extLst>
          </p:cNvPr>
          <p:cNvSpPr txBox="1">
            <a:spLocks/>
          </p:cNvSpPr>
          <p:nvPr/>
        </p:nvSpPr>
        <p:spPr>
          <a:xfrm>
            <a:off x="5135087" y="3514725"/>
            <a:ext cx="3227860" cy="487259"/>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c) </a:t>
            </a:r>
            <a:r>
              <a:rPr lang="en-US" sz="1800" dirty="0">
                <a:latin typeface="Arial" panose="020B0604020202020204" pitchFamily="34" charset="0"/>
                <a:cs typeface="Arial" panose="020B0604020202020204" pitchFamily="34" charset="0"/>
              </a:rPr>
              <a:t>Plain Open Java Objects</a:t>
            </a:r>
            <a:endParaRPr lang="en-US" sz="1800" dirty="0">
              <a:solidFill>
                <a:schemeClr val="bg1"/>
              </a:solidFill>
              <a:latin typeface="Arial" panose="020B0604020202020204" pitchFamily="34" charset="0"/>
              <a:cs typeface="Arial" panose="020B0604020202020204" pitchFamily="34" charset="0"/>
            </a:endParaRPr>
          </a:p>
        </p:txBody>
      </p:sp>
      <p:sp>
        <p:nvSpPr>
          <p:cNvPr id="9" name="Textplatzhalter 6">
            <a:extLst>
              <a:ext uri="{FF2B5EF4-FFF2-40B4-BE49-F238E27FC236}">
                <a16:creationId xmlns:a16="http://schemas.microsoft.com/office/drawing/2014/main" id="{957954E1-B999-4D54-46F0-1B9E95842D2A}"/>
              </a:ext>
            </a:extLst>
          </p:cNvPr>
          <p:cNvSpPr txBox="1">
            <a:spLocks/>
          </p:cNvSpPr>
          <p:nvPr/>
        </p:nvSpPr>
        <p:spPr>
          <a:xfrm>
            <a:off x="6110784" y="4657726"/>
            <a:ext cx="3995117" cy="55115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nchor="ct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a:t>
            </a:r>
          </a:p>
          <a:p>
            <a:r>
              <a:rPr lang="en-US" sz="1800" dirty="0">
                <a:solidFill>
                  <a:schemeClr val="bg1"/>
                </a:solidFill>
                <a:latin typeface="Arial" panose="020B0604020202020204" pitchFamily="34" charset="0"/>
                <a:cs typeface="Arial" panose="020B0604020202020204" pitchFamily="34" charset="0"/>
              </a:rPr>
              <a:t>    a) </a:t>
            </a:r>
            <a:r>
              <a:rPr lang="en-US" sz="1800" dirty="0">
                <a:latin typeface="Arial" panose="020B0604020202020204" pitchFamily="34" charset="0"/>
                <a:cs typeface="Arial" panose="020B0604020202020204" pitchFamily="34" charset="0"/>
              </a:rPr>
              <a:t>Plane Old Java Objects</a:t>
            </a:r>
            <a:endParaRPr lang="en-IN" sz="1800" dirty="0">
              <a:latin typeface="Arial" panose="020B0604020202020204" pitchFamily="34" charset="0"/>
              <a:cs typeface="Arial" panose="020B0604020202020204" pitchFamily="34" charset="0"/>
            </a:endParaRPr>
          </a:p>
          <a:p>
            <a:endParaRPr lang="en-US" sz="1800" dirty="0">
              <a:solidFill>
                <a:schemeClr val="bg1"/>
              </a:solidFill>
              <a:latin typeface="Arial" panose="020B0604020202020204" pitchFamily="34" charset="0"/>
              <a:cs typeface="Arial" panose="020B0604020202020204" pitchFamily="34" charset="0"/>
            </a:endParaRPr>
          </a:p>
        </p:txBody>
      </p:sp>
      <p:sp>
        <p:nvSpPr>
          <p:cNvPr id="7" name="Textplatzhalter 8">
            <a:extLst>
              <a:ext uri="{FF2B5EF4-FFF2-40B4-BE49-F238E27FC236}">
                <a16:creationId xmlns:a16="http://schemas.microsoft.com/office/drawing/2014/main" id="{E91492BD-ADF5-EE8B-CDD3-C86456807139}"/>
              </a:ext>
            </a:extLst>
          </p:cNvPr>
          <p:cNvSpPr txBox="1">
            <a:spLocks/>
          </p:cNvSpPr>
          <p:nvPr/>
        </p:nvSpPr>
        <p:spPr>
          <a:xfrm>
            <a:off x="8600699" y="3500868"/>
            <a:ext cx="3438903" cy="487259"/>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d) </a:t>
            </a:r>
            <a:r>
              <a:rPr lang="en-US" sz="1800" dirty="0">
                <a:latin typeface="Arial" panose="020B0604020202020204" pitchFamily="34" charset="0"/>
                <a:cs typeface="Arial" panose="020B0604020202020204" pitchFamily="34" charset="0"/>
              </a:rPr>
              <a:t>Plain Old Java Objects</a:t>
            </a:r>
            <a:endParaRPr lang="en-US" sz="1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2214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linds(horizontal)">
                                      <p:cBhvr>
                                        <p:cTn id="7" dur="50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4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Quiz</a:t>
            </a:r>
            <a:r>
              <a:rPr lang="en-US" dirty="0"/>
              <a:t/>
            </a:r>
            <a:br>
              <a:rPr lang="en-US" dirty="0"/>
            </a:br>
            <a:r>
              <a:rPr lang="en-US" dirty="0"/>
              <a:t/>
            </a:r>
            <a:br>
              <a:rPr lang="en-US" dirty="0"/>
            </a:br>
            <a:endParaRPr lang="en-US" dirty="0"/>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p:txBody>
          <a:bodyPr/>
          <a:lstStyle/>
          <a:p>
            <a:fld id="{64EFF315-FA4E-4084-ACCF-A94C350B883E}" type="slidenum">
              <a:rPr lang="en-US" smtClean="0"/>
              <a:pPr/>
              <a:t>53</a:t>
            </a:fld>
            <a:endParaRPr lang="en-US" dirty="0"/>
          </a:p>
        </p:txBody>
      </p:sp>
      <p:pic>
        <p:nvPicPr>
          <p:cNvPr id="33" name="Picture 2" descr="C:\Users\MY PC\Downloads\quiz.jpg">
            <a:extLst>
              <a:ext uri="{FF2B5EF4-FFF2-40B4-BE49-F238E27FC236}">
                <a16:creationId xmlns:a16="http://schemas.microsoft.com/office/drawing/2014/main" id="{18CCB575-DD43-4310-9B31-3F27C6F4C2A3}"/>
              </a:ext>
            </a:extLst>
          </p:cNvPr>
          <p:cNvPicPr>
            <a:picLocks noChangeAspect="1" noChangeArrowheads="1"/>
          </p:cNvPicPr>
          <p:nvPr/>
        </p:nvPicPr>
        <p:blipFill>
          <a:blip r:embed="rId2" cstate="print"/>
          <a:srcRect/>
          <a:stretch>
            <a:fillRect/>
          </a:stretch>
        </p:blipFill>
        <p:spPr bwMode="auto">
          <a:xfrm>
            <a:off x="977410" y="1416416"/>
            <a:ext cx="3687991" cy="2277485"/>
          </a:xfrm>
          <a:prstGeom prst="rect">
            <a:avLst/>
          </a:prstGeom>
          <a:noFill/>
        </p:spPr>
      </p:pic>
      <p:sp>
        <p:nvSpPr>
          <p:cNvPr id="40" name="Text Placeholder 4">
            <a:extLst>
              <a:ext uri="{FF2B5EF4-FFF2-40B4-BE49-F238E27FC236}">
                <a16:creationId xmlns:a16="http://schemas.microsoft.com/office/drawing/2014/main" id="{5340DEB3-F8B5-4FBA-992E-F36974E344A8}"/>
              </a:ext>
            </a:extLst>
          </p:cNvPr>
          <p:cNvSpPr txBox="1">
            <a:spLocks/>
          </p:cNvSpPr>
          <p:nvPr/>
        </p:nvSpPr>
        <p:spPr>
          <a:xfrm>
            <a:off x="4665401" y="1407671"/>
            <a:ext cx="7279671" cy="4799993"/>
          </a:xfrm>
          <a:prstGeom prst="rect">
            <a:avLst/>
          </a:prstGeom>
        </p:spPr>
        <p:txBody>
          <a:bodyPr/>
          <a:lstStyle>
            <a:lvl1pPr marL="176213" indent="-176213" algn="l" defTabSz="914400" rtl="0" eaLnBrk="1" latinLnBrk="0" hangingPunct="1">
              <a:lnSpc>
                <a:spcPct val="90000"/>
              </a:lnSpc>
              <a:spcBef>
                <a:spcPts val="1000"/>
              </a:spcBef>
              <a:buFont typeface="Arial" panose="020B0604020202020204" pitchFamily="34" charset="0"/>
              <a:buChar char="•"/>
              <a:defRPr sz="2000" b="0" kern="1200">
                <a:solidFill>
                  <a:schemeClr val="tx2"/>
                </a:solidFill>
                <a:latin typeface="+mn-lt"/>
                <a:ea typeface="+mn-ea"/>
                <a:cs typeface="+mn-cs"/>
              </a:defRPr>
            </a:lvl1pPr>
            <a:lvl2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2pPr>
            <a:lvl3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3pPr>
            <a:lvl4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4pPr>
            <a:lvl5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spcBef>
                <a:spcPts val="0"/>
              </a:spcBef>
              <a:buFont typeface="Arial" panose="020B0604020202020204" pitchFamily="34" charset="0"/>
              <a:buNone/>
            </a:pPr>
            <a:endParaRPr lang="en-US" sz="1700" b="1" dirty="0">
              <a:solidFill>
                <a:srgbClr val="212745"/>
              </a:solidFill>
              <a:effectLst>
                <a:outerShdw blurRad="38100" dist="38100" dir="2700000" algn="tl">
                  <a:srgbClr val="000000">
                    <a:alpha val="43137"/>
                  </a:srgbClr>
                </a:outerShdw>
              </a:effectLst>
              <a:latin typeface="Montserrat SemiBold"/>
            </a:endParaRPr>
          </a:p>
        </p:txBody>
      </p:sp>
      <p:sp>
        <p:nvSpPr>
          <p:cNvPr id="13" name="Titel 5">
            <a:extLst>
              <a:ext uri="{FF2B5EF4-FFF2-40B4-BE49-F238E27FC236}">
                <a16:creationId xmlns:a16="http://schemas.microsoft.com/office/drawing/2014/main" id="{30F6B62A-6602-4DAB-9E7F-B93B6FE7A79B}"/>
              </a:ext>
            </a:extLst>
          </p:cNvPr>
          <p:cNvSpPr txBox="1">
            <a:spLocks/>
          </p:cNvSpPr>
          <p:nvPr/>
        </p:nvSpPr>
        <p:spPr>
          <a:xfrm>
            <a:off x="5081285" y="1290409"/>
            <a:ext cx="6984045" cy="4799992"/>
          </a:xfrm>
          <a:prstGeom prst="rect">
            <a:avLst/>
          </a:prstGeom>
        </p:spPr>
        <p:txBody>
          <a:bodyPr vert="horz" lIns="0" tIns="0" rIns="0" bIns="0" rtlCol="0" anchor="t">
            <a:noAutofit/>
          </a:bodyPr>
          <a:lstStyle/>
          <a:p>
            <a:pPr lvl="0" algn="just">
              <a:spcBef>
                <a:spcPct val="0"/>
              </a:spcBef>
            </a:pPr>
            <a:r>
              <a:rPr lang="en-US" sz="1800" b="1" dirty="0">
                <a:latin typeface="Arial" panose="020B0604020202020204" pitchFamily="34" charset="0"/>
                <a:ea typeface="+mj-ea"/>
                <a:cs typeface="Arial" panose="020B0604020202020204" pitchFamily="34" charset="0"/>
              </a:rPr>
              <a:t>4. Which of the following are property of hibernate.cfg.xml?</a:t>
            </a:r>
          </a:p>
        </p:txBody>
      </p:sp>
      <p:sp>
        <p:nvSpPr>
          <p:cNvPr id="12" name="Textplatzhalter 6">
            <a:extLst>
              <a:ext uri="{FF2B5EF4-FFF2-40B4-BE49-F238E27FC236}">
                <a16:creationId xmlns:a16="http://schemas.microsoft.com/office/drawing/2014/main" id="{CC72895C-724B-4F3B-8B7D-1E20525C8858}"/>
              </a:ext>
            </a:extLst>
          </p:cNvPr>
          <p:cNvSpPr txBox="1">
            <a:spLocks/>
          </p:cNvSpPr>
          <p:nvPr/>
        </p:nvSpPr>
        <p:spPr>
          <a:xfrm>
            <a:off x="5148759" y="2552701"/>
            <a:ext cx="2690752" cy="55115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nchor="ct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a:t>
            </a:r>
          </a:p>
          <a:p>
            <a:r>
              <a:rPr lang="en-US" sz="1800" dirty="0">
                <a:solidFill>
                  <a:schemeClr val="bg1"/>
                </a:solidFill>
                <a:latin typeface="Arial" panose="020B0604020202020204" pitchFamily="34" charset="0"/>
                <a:cs typeface="Arial" panose="020B0604020202020204" pitchFamily="34" charset="0"/>
              </a:rPr>
              <a:t>a) </a:t>
            </a:r>
            <a:r>
              <a:rPr lang="en-US" sz="1800" dirty="0">
                <a:latin typeface="Arial" panose="020B0604020202020204" pitchFamily="34" charset="0"/>
                <a:cs typeface="Arial" panose="020B0604020202020204" pitchFamily="34" charset="0"/>
              </a:rPr>
              <a:t>connection.url</a:t>
            </a:r>
            <a:endParaRPr lang="en-IN" sz="1800" dirty="0">
              <a:latin typeface="Arial" panose="020B0604020202020204" pitchFamily="34" charset="0"/>
              <a:cs typeface="Arial" panose="020B0604020202020204" pitchFamily="34" charset="0"/>
            </a:endParaRPr>
          </a:p>
          <a:p>
            <a:endParaRPr lang="en-US" sz="1800" dirty="0">
              <a:solidFill>
                <a:schemeClr val="bg1"/>
              </a:solidFill>
              <a:latin typeface="Arial" panose="020B0604020202020204" pitchFamily="34" charset="0"/>
              <a:cs typeface="Arial" panose="020B0604020202020204" pitchFamily="34" charset="0"/>
            </a:endParaRPr>
          </a:p>
        </p:txBody>
      </p:sp>
      <p:sp>
        <p:nvSpPr>
          <p:cNvPr id="14" name="Textplatzhalter 8">
            <a:extLst>
              <a:ext uri="{FF2B5EF4-FFF2-40B4-BE49-F238E27FC236}">
                <a16:creationId xmlns:a16="http://schemas.microsoft.com/office/drawing/2014/main" id="{FDD02A71-7B39-47B4-A50F-B853F77F67BB}"/>
              </a:ext>
            </a:extLst>
          </p:cNvPr>
          <p:cNvSpPr txBox="1">
            <a:spLocks/>
          </p:cNvSpPr>
          <p:nvPr/>
        </p:nvSpPr>
        <p:spPr>
          <a:xfrm>
            <a:off x="8382450" y="2533650"/>
            <a:ext cx="2566600" cy="63706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a:t>
            </a:r>
            <a:r>
              <a:rPr lang="en-US" sz="1800" dirty="0"/>
              <a:t> </a:t>
            </a:r>
            <a:r>
              <a:rPr lang="en-US" sz="1800" dirty="0">
                <a:latin typeface="Arial" panose="020B0604020202020204" pitchFamily="34" charset="0"/>
                <a:cs typeface="Arial" panose="020B0604020202020204" pitchFamily="34" charset="0"/>
              </a:rPr>
              <a:t>b) </a:t>
            </a:r>
            <a:r>
              <a:rPr lang="en-US" sz="1800" dirty="0" err="1">
                <a:latin typeface="Arial" panose="020B0604020202020204" pitchFamily="34" charset="0"/>
                <a:cs typeface="Arial" panose="020B0604020202020204" pitchFamily="34" charset="0"/>
              </a:rPr>
              <a:t>show_sql</a:t>
            </a:r>
            <a:endParaRPr lang="en-US" sz="1800" dirty="0">
              <a:solidFill>
                <a:schemeClr val="bg1"/>
              </a:solidFill>
              <a:latin typeface="Arial" panose="020B0604020202020204" pitchFamily="34" charset="0"/>
              <a:cs typeface="Arial" panose="020B0604020202020204" pitchFamily="34" charset="0"/>
            </a:endParaRPr>
          </a:p>
        </p:txBody>
      </p:sp>
      <p:sp>
        <p:nvSpPr>
          <p:cNvPr id="2" name="Textplatzhalter 8">
            <a:extLst>
              <a:ext uri="{FF2B5EF4-FFF2-40B4-BE49-F238E27FC236}">
                <a16:creationId xmlns:a16="http://schemas.microsoft.com/office/drawing/2014/main" id="{8C1750CD-66E2-A919-C442-6EAF62F0AF8B}"/>
              </a:ext>
            </a:extLst>
          </p:cNvPr>
          <p:cNvSpPr txBox="1">
            <a:spLocks/>
          </p:cNvSpPr>
          <p:nvPr/>
        </p:nvSpPr>
        <p:spPr>
          <a:xfrm>
            <a:off x="5135087" y="3514725"/>
            <a:ext cx="2690752" cy="487259"/>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c) </a:t>
            </a:r>
            <a:r>
              <a:rPr lang="en-US" sz="1800" dirty="0">
                <a:latin typeface="Arial" panose="020B0604020202020204" pitchFamily="34" charset="0"/>
                <a:cs typeface="Arial" panose="020B0604020202020204" pitchFamily="34" charset="0"/>
              </a:rPr>
              <a:t>dialect</a:t>
            </a:r>
            <a:endParaRPr lang="en-US" sz="1800" dirty="0">
              <a:solidFill>
                <a:schemeClr val="bg1"/>
              </a:solidFill>
              <a:latin typeface="Arial" panose="020B0604020202020204" pitchFamily="34" charset="0"/>
              <a:cs typeface="Arial" panose="020B0604020202020204" pitchFamily="34" charset="0"/>
            </a:endParaRPr>
          </a:p>
        </p:txBody>
      </p:sp>
      <p:sp>
        <p:nvSpPr>
          <p:cNvPr id="9" name="Textplatzhalter 6">
            <a:extLst>
              <a:ext uri="{FF2B5EF4-FFF2-40B4-BE49-F238E27FC236}">
                <a16:creationId xmlns:a16="http://schemas.microsoft.com/office/drawing/2014/main" id="{957954E1-B999-4D54-46F0-1B9E95842D2A}"/>
              </a:ext>
            </a:extLst>
          </p:cNvPr>
          <p:cNvSpPr txBox="1">
            <a:spLocks/>
          </p:cNvSpPr>
          <p:nvPr/>
        </p:nvSpPr>
        <p:spPr>
          <a:xfrm>
            <a:off x="6110784" y="4657726"/>
            <a:ext cx="3995117" cy="55115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nchor="ct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d) </a:t>
            </a:r>
            <a:r>
              <a:rPr lang="en-US" sz="1800" dirty="0">
                <a:latin typeface="Arial" panose="020B0604020202020204" pitchFamily="34" charset="0"/>
                <a:cs typeface="Arial" panose="020B0604020202020204" pitchFamily="34" charset="0"/>
              </a:rPr>
              <a:t>All of the above</a:t>
            </a:r>
            <a:endParaRPr lang="en-US" sz="1800" dirty="0">
              <a:solidFill>
                <a:schemeClr val="bg1"/>
              </a:solidFill>
              <a:latin typeface="Arial" panose="020B0604020202020204" pitchFamily="34" charset="0"/>
              <a:cs typeface="Arial" panose="020B0604020202020204" pitchFamily="34" charset="0"/>
            </a:endParaRPr>
          </a:p>
        </p:txBody>
      </p:sp>
      <p:sp>
        <p:nvSpPr>
          <p:cNvPr id="7" name="Textplatzhalter 8">
            <a:extLst>
              <a:ext uri="{FF2B5EF4-FFF2-40B4-BE49-F238E27FC236}">
                <a16:creationId xmlns:a16="http://schemas.microsoft.com/office/drawing/2014/main" id="{E91492BD-ADF5-EE8B-CDD3-C86456807139}"/>
              </a:ext>
            </a:extLst>
          </p:cNvPr>
          <p:cNvSpPr txBox="1">
            <a:spLocks/>
          </p:cNvSpPr>
          <p:nvPr/>
        </p:nvSpPr>
        <p:spPr>
          <a:xfrm>
            <a:off x="8422571" y="3548368"/>
            <a:ext cx="2566600" cy="487259"/>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d) </a:t>
            </a:r>
            <a:r>
              <a:rPr lang="en-US" sz="1800" dirty="0">
                <a:latin typeface="Arial" panose="020B0604020202020204" pitchFamily="34" charset="0"/>
                <a:cs typeface="Arial" panose="020B0604020202020204" pitchFamily="34" charset="0"/>
              </a:rPr>
              <a:t>All of the above</a:t>
            </a:r>
            <a:endParaRPr lang="en-US" sz="1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5069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linds(horizontal)">
                                      <p:cBhvr>
                                        <p:cTn id="7" dur="50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2F0E7-2B6F-4DDC-8BEA-0AC17434B983}"/>
              </a:ext>
            </a:extLst>
          </p:cNvPr>
          <p:cNvSpPr>
            <a:spLocks noGrp="1"/>
          </p:cNvSpPr>
          <p:nvPr>
            <p:ph type="body" sz="quarter" idx="14"/>
          </p:nvPr>
        </p:nvSpPr>
        <p:spPr/>
        <p:txBody>
          <a:bodyPr/>
          <a:lstStyle/>
          <a:p>
            <a:r>
              <a:rPr lang="en-US" sz="1400" dirty="0"/>
              <a:t>Introduction to ORM</a:t>
            </a:r>
          </a:p>
        </p:txBody>
      </p:sp>
      <p:sp>
        <p:nvSpPr>
          <p:cNvPr id="4" name="Title 3">
            <a:extLst>
              <a:ext uri="{FF2B5EF4-FFF2-40B4-BE49-F238E27FC236}">
                <a16:creationId xmlns:a16="http://schemas.microsoft.com/office/drawing/2014/main" id="{AB679DD6-BB4D-4DB2-858F-3D89BDEEACF9}"/>
              </a:ext>
            </a:extLst>
          </p:cNvPr>
          <p:cNvSpPr>
            <a:spLocks noGrp="1"/>
          </p:cNvSpPr>
          <p:nvPr>
            <p:ph type="title"/>
          </p:nvPr>
        </p:nvSpPr>
        <p:spPr/>
        <p:txBody>
          <a:bodyPr/>
          <a:lstStyle/>
          <a:p>
            <a:r>
              <a:rPr lang="en-US" dirty="0">
                <a:solidFill>
                  <a:srgbClr val="512E6E"/>
                </a:solidFill>
              </a:rPr>
              <a:t>Quiz</a:t>
            </a:r>
            <a:r>
              <a:rPr lang="en-US" dirty="0"/>
              <a:t/>
            </a:r>
            <a:br>
              <a:rPr lang="en-US" dirty="0"/>
            </a:br>
            <a:r>
              <a:rPr lang="en-US" dirty="0"/>
              <a:t/>
            </a:r>
            <a:br>
              <a:rPr lang="en-US" dirty="0"/>
            </a:br>
            <a:endParaRPr lang="en-US" dirty="0"/>
          </a:p>
        </p:txBody>
      </p:sp>
      <p:sp>
        <p:nvSpPr>
          <p:cNvPr id="5" name="Slide Number Placeholder 4">
            <a:extLst>
              <a:ext uri="{FF2B5EF4-FFF2-40B4-BE49-F238E27FC236}">
                <a16:creationId xmlns:a16="http://schemas.microsoft.com/office/drawing/2014/main" id="{55A92322-D235-4764-9178-D3BE35972EDC}"/>
              </a:ext>
            </a:extLst>
          </p:cNvPr>
          <p:cNvSpPr>
            <a:spLocks noGrp="1"/>
          </p:cNvSpPr>
          <p:nvPr>
            <p:ph type="sldNum" sz="quarter" idx="11"/>
          </p:nvPr>
        </p:nvSpPr>
        <p:spPr/>
        <p:txBody>
          <a:bodyPr/>
          <a:lstStyle/>
          <a:p>
            <a:fld id="{64EFF315-FA4E-4084-ACCF-A94C350B883E}" type="slidenum">
              <a:rPr lang="en-US" smtClean="0"/>
              <a:pPr/>
              <a:t>54</a:t>
            </a:fld>
            <a:endParaRPr lang="en-US" dirty="0"/>
          </a:p>
        </p:txBody>
      </p:sp>
      <p:pic>
        <p:nvPicPr>
          <p:cNvPr id="33" name="Picture 2" descr="C:\Users\MY PC\Downloads\quiz.jpg">
            <a:extLst>
              <a:ext uri="{FF2B5EF4-FFF2-40B4-BE49-F238E27FC236}">
                <a16:creationId xmlns:a16="http://schemas.microsoft.com/office/drawing/2014/main" id="{18CCB575-DD43-4310-9B31-3F27C6F4C2A3}"/>
              </a:ext>
            </a:extLst>
          </p:cNvPr>
          <p:cNvPicPr>
            <a:picLocks noChangeAspect="1" noChangeArrowheads="1"/>
          </p:cNvPicPr>
          <p:nvPr/>
        </p:nvPicPr>
        <p:blipFill>
          <a:blip r:embed="rId2" cstate="print"/>
          <a:srcRect/>
          <a:stretch>
            <a:fillRect/>
          </a:stretch>
        </p:blipFill>
        <p:spPr bwMode="auto">
          <a:xfrm>
            <a:off x="977410" y="1416416"/>
            <a:ext cx="3687991" cy="2277485"/>
          </a:xfrm>
          <a:prstGeom prst="rect">
            <a:avLst/>
          </a:prstGeom>
          <a:noFill/>
        </p:spPr>
      </p:pic>
      <p:sp>
        <p:nvSpPr>
          <p:cNvPr id="40" name="Text Placeholder 4">
            <a:extLst>
              <a:ext uri="{FF2B5EF4-FFF2-40B4-BE49-F238E27FC236}">
                <a16:creationId xmlns:a16="http://schemas.microsoft.com/office/drawing/2014/main" id="{5340DEB3-F8B5-4FBA-992E-F36974E344A8}"/>
              </a:ext>
            </a:extLst>
          </p:cNvPr>
          <p:cNvSpPr txBox="1">
            <a:spLocks/>
          </p:cNvSpPr>
          <p:nvPr/>
        </p:nvSpPr>
        <p:spPr>
          <a:xfrm>
            <a:off x="4665401" y="1407671"/>
            <a:ext cx="7279671" cy="4799993"/>
          </a:xfrm>
          <a:prstGeom prst="rect">
            <a:avLst/>
          </a:prstGeom>
        </p:spPr>
        <p:txBody>
          <a:bodyPr/>
          <a:lstStyle>
            <a:lvl1pPr marL="176213" indent="-176213" algn="l" defTabSz="914400" rtl="0" eaLnBrk="1" latinLnBrk="0" hangingPunct="1">
              <a:lnSpc>
                <a:spcPct val="90000"/>
              </a:lnSpc>
              <a:spcBef>
                <a:spcPts val="1000"/>
              </a:spcBef>
              <a:buFont typeface="Arial" panose="020B0604020202020204" pitchFamily="34" charset="0"/>
              <a:buChar char="•"/>
              <a:defRPr sz="2000" b="0" kern="1200">
                <a:solidFill>
                  <a:schemeClr val="tx2"/>
                </a:solidFill>
                <a:latin typeface="+mn-lt"/>
                <a:ea typeface="+mn-ea"/>
                <a:cs typeface="+mn-cs"/>
              </a:defRPr>
            </a:lvl1pPr>
            <a:lvl2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2pPr>
            <a:lvl3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3pPr>
            <a:lvl4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4pPr>
            <a:lvl5pPr marL="176213" indent="-176213" algn="l" defTabSz="914400" rtl="0" eaLnBrk="1" latinLnBrk="0" hangingPunct="1">
              <a:lnSpc>
                <a:spcPct val="90000"/>
              </a:lnSpc>
              <a:spcBef>
                <a:spcPts val="500"/>
              </a:spcBef>
              <a:buFont typeface="Arial" panose="020B0604020202020204" pitchFamily="34" charset="0"/>
              <a:buChar char="•"/>
              <a:defRPr sz="2000" b="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spcBef>
                <a:spcPts val="0"/>
              </a:spcBef>
              <a:buFont typeface="Arial" panose="020B0604020202020204" pitchFamily="34" charset="0"/>
              <a:buNone/>
            </a:pPr>
            <a:endParaRPr lang="en-US" sz="1700" b="1" dirty="0">
              <a:solidFill>
                <a:srgbClr val="212745"/>
              </a:solidFill>
              <a:effectLst>
                <a:outerShdw blurRad="38100" dist="38100" dir="2700000" algn="tl">
                  <a:srgbClr val="000000">
                    <a:alpha val="43137"/>
                  </a:srgbClr>
                </a:outerShdw>
              </a:effectLst>
              <a:latin typeface="Montserrat SemiBold"/>
            </a:endParaRPr>
          </a:p>
        </p:txBody>
      </p:sp>
      <p:sp>
        <p:nvSpPr>
          <p:cNvPr id="13" name="Titel 5">
            <a:extLst>
              <a:ext uri="{FF2B5EF4-FFF2-40B4-BE49-F238E27FC236}">
                <a16:creationId xmlns:a16="http://schemas.microsoft.com/office/drawing/2014/main" id="{30F6B62A-6602-4DAB-9E7F-B93B6FE7A79B}"/>
              </a:ext>
            </a:extLst>
          </p:cNvPr>
          <p:cNvSpPr txBox="1">
            <a:spLocks/>
          </p:cNvSpPr>
          <p:nvPr/>
        </p:nvSpPr>
        <p:spPr>
          <a:xfrm>
            <a:off x="5081285" y="1290409"/>
            <a:ext cx="6984045" cy="4799992"/>
          </a:xfrm>
          <a:prstGeom prst="rect">
            <a:avLst/>
          </a:prstGeom>
        </p:spPr>
        <p:txBody>
          <a:bodyPr vert="horz" lIns="0" tIns="0" rIns="0" bIns="0" rtlCol="0" anchor="t">
            <a:noAutofit/>
          </a:bodyPr>
          <a:lstStyle/>
          <a:p>
            <a:pPr marL="274320" lvl="0" indent="-274320" algn="just">
              <a:lnSpc>
                <a:spcPct val="200000"/>
              </a:lnSpc>
              <a:spcBef>
                <a:spcPts val="600"/>
              </a:spcBef>
            </a:pPr>
            <a:r>
              <a:rPr lang="en-US" sz="1800" b="1" dirty="0">
                <a:latin typeface="Arial" panose="020B0604020202020204" pitchFamily="34" charset="0"/>
                <a:ea typeface="+mj-ea"/>
                <a:cs typeface="Arial" panose="020B0604020202020204" pitchFamily="34" charset="0"/>
              </a:rPr>
              <a:t>5. Which of the following is not a way of querying the database with Hibernate?</a:t>
            </a:r>
          </a:p>
          <a:p>
            <a:pPr marL="274320" lvl="0" indent="-274320" algn="just">
              <a:lnSpc>
                <a:spcPct val="200000"/>
              </a:lnSpc>
              <a:spcBef>
                <a:spcPts val="600"/>
              </a:spcBef>
            </a:pPr>
            <a:endParaRPr lang="en-US" sz="1800" b="1" dirty="0">
              <a:latin typeface="Arial" panose="020B0604020202020204" pitchFamily="34" charset="0"/>
              <a:ea typeface="+mj-ea"/>
              <a:cs typeface="Arial" panose="020B0604020202020204" pitchFamily="34" charset="0"/>
            </a:endParaRPr>
          </a:p>
        </p:txBody>
      </p:sp>
      <p:sp>
        <p:nvSpPr>
          <p:cNvPr id="12" name="Textplatzhalter 6">
            <a:extLst>
              <a:ext uri="{FF2B5EF4-FFF2-40B4-BE49-F238E27FC236}">
                <a16:creationId xmlns:a16="http://schemas.microsoft.com/office/drawing/2014/main" id="{CC72895C-724B-4F3B-8B7D-1E20525C8858}"/>
              </a:ext>
            </a:extLst>
          </p:cNvPr>
          <p:cNvSpPr txBox="1">
            <a:spLocks/>
          </p:cNvSpPr>
          <p:nvPr/>
        </p:nvSpPr>
        <p:spPr>
          <a:xfrm>
            <a:off x="5172509" y="2540832"/>
            <a:ext cx="3113432" cy="55115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nchor="ct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a:t>
            </a:r>
          </a:p>
          <a:p>
            <a:r>
              <a:rPr lang="en-US" sz="1800" dirty="0">
                <a:solidFill>
                  <a:schemeClr val="bg1"/>
                </a:solidFill>
                <a:latin typeface="Arial" panose="020B0604020202020204" pitchFamily="34" charset="0"/>
                <a:cs typeface="Arial" panose="020B0604020202020204" pitchFamily="34" charset="0"/>
              </a:rPr>
              <a:t>a) </a:t>
            </a:r>
            <a:r>
              <a:rPr lang="en-US" sz="1800" dirty="0">
                <a:latin typeface="Arial" panose="020B0604020202020204" pitchFamily="34" charset="0"/>
                <a:cs typeface="Arial" panose="020B0604020202020204" pitchFamily="34" charset="0"/>
              </a:rPr>
              <a:t>Hibernate Query Language (HQL)</a:t>
            </a:r>
            <a:endParaRPr lang="en-IN" sz="1800" dirty="0">
              <a:latin typeface="Arial" panose="020B0604020202020204" pitchFamily="34" charset="0"/>
              <a:cs typeface="Arial" panose="020B0604020202020204" pitchFamily="34" charset="0"/>
            </a:endParaRPr>
          </a:p>
          <a:p>
            <a:endParaRPr lang="en-US" sz="1800" dirty="0">
              <a:solidFill>
                <a:schemeClr val="bg1"/>
              </a:solidFill>
              <a:latin typeface="Arial" panose="020B0604020202020204" pitchFamily="34" charset="0"/>
              <a:cs typeface="Arial" panose="020B0604020202020204" pitchFamily="34" charset="0"/>
            </a:endParaRPr>
          </a:p>
        </p:txBody>
      </p:sp>
      <p:sp>
        <p:nvSpPr>
          <p:cNvPr id="14" name="Textplatzhalter 8">
            <a:extLst>
              <a:ext uri="{FF2B5EF4-FFF2-40B4-BE49-F238E27FC236}">
                <a16:creationId xmlns:a16="http://schemas.microsoft.com/office/drawing/2014/main" id="{FDD02A71-7B39-47B4-A50F-B853F77F67BB}"/>
              </a:ext>
            </a:extLst>
          </p:cNvPr>
          <p:cNvSpPr txBox="1">
            <a:spLocks/>
          </p:cNvSpPr>
          <p:nvPr/>
        </p:nvSpPr>
        <p:spPr>
          <a:xfrm>
            <a:off x="8678074" y="2533650"/>
            <a:ext cx="2805365" cy="63706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a:t>
            </a:r>
            <a:r>
              <a:rPr lang="en-US" sz="1800" dirty="0"/>
              <a:t> </a:t>
            </a:r>
            <a:r>
              <a:rPr lang="en-US" sz="1800" dirty="0">
                <a:latin typeface="Arial" panose="020B0604020202020204" pitchFamily="34" charset="0"/>
                <a:cs typeface="Arial" panose="020B0604020202020204" pitchFamily="34" charset="0"/>
              </a:rPr>
              <a:t>b) Criteria Queries</a:t>
            </a:r>
            <a:endParaRPr lang="en-US" sz="1800" dirty="0">
              <a:solidFill>
                <a:schemeClr val="bg1"/>
              </a:solidFill>
              <a:latin typeface="Arial" panose="020B0604020202020204" pitchFamily="34" charset="0"/>
              <a:cs typeface="Arial" panose="020B0604020202020204" pitchFamily="34" charset="0"/>
            </a:endParaRPr>
          </a:p>
        </p:txBody>
      </p:sp>
      <p:sp>
        <p:nvSpPr>
          <p:cNvPr id="2" name="Textplatzhalter 8">
            <a:extLst>
              <a:ext uri="{FF2B5EF4-FFF2-40B4-BE49-F238E27FC236}">
                <a16:creationId xmlns:a16="http://schemas.microsoft.com/office/drawing/2014/main" id="{8C1750CD-66E2-A919-C442-6EAF62F0AF8B}"/>
              </a:ext>
            </a:extLst>
          </p:cNvPr>
          <p:cNvSpPr txBox="1">
            <a:spLocks/>
          </p:cNvSpPr>
          <p:nvPr/>
        </p:nvSpPr>
        <p:spPr>
          <a:xfrm>
            <a:off x="5135087" y="3514725"/>
            <a:ext cx="3227860" cy="487259"/>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c) </a:t>
            </a:r>
            <a:r>
              <a:rPr lang="en-US" sz="1800" dirty="0">
                <a:latin typeface="Arial" panose="020B0604020202020204" pitchFamily="34" charset="0"/>
                <a:cs typeface="Arial" panose="020B0604020202020204" pitchFamily="34" charset="0"/>
              </a:rPr>
              <a:t>Native SQL</a:t>
            </a:r>
            <a:endParaRPr lang="en-US" sz="1800" dirty="0">
              <a:solidFill>
                <a:schemeClr val="bg1"/>
              </a:solidFill>
              <a:latin typeface="Arial" panose="020B0604020202020204" pitchFamily="34" charset="0"/>
              <a:cs typeface="Arial" panose="020B0604020202020204" pitchFamily="34" charset="0"/>
            </a:endParaRPr>
          </a:p>
        </p:txBody>
      </p:sp>
      <p:sp>
        <p:nvSpPr>
          <p:cNvPr id="9" name="Textplatzhalter 6">
            <a:extLst>
              <a:ext uri="{FF2B5EF4-FFF2-40B4-BE49-F238E27FC236}">
                <a16:creationId xmlns:a16="http://schemas.microsoft.com/office/drawing/2014/main" id="{957954E1-B999-4D54-46F0-1B9E95842D2A}"/>
              </a:ext>
            </a:extLst>
          </p:cNvPr>
          <p:cNvSpPr txBox="1">
            <a:spLocks/>
          </p:cNvSpPr>
          <p:nvPr/>
        </p:nvSpPr>
        <p:spPr>
          <a:xfrm>
            <a:off x="6110784" y="4657726"/>
            <a:ext cx="3995117" cy="551152"/>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nchor="ct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d) </a:t>
            </a:r>
            <a:r>
              <a:rPr lang="en-US" sz="1800" dirty="0">
                <a:latin typeface="Arial" panose="020B0604020202020204" pitchFamily="34" charset="0"/>
                <a:cs typeface="Arial" panose="020B0604020202020204" pitchFamily="34" charset="0"/>
              </a:rPr>
              <a:t>HSQL</a:t>
            </a:r>
            <a:endParaRPr lang="en-US" sz="1800" dirty="0">
              <a:solidFill>
                <a:schemeClr val="bg1"/>
              </a:solidFill>
              <a:latin typeface="Arial" panose="020B0604020202020204" pitchFamily="34" charset="0"/>
              <a:cs typeface="Arial" panose="020B0604020202020204" pitchFamily="34" charset="0"/>
            </a:endParaRPr>
          </a:p>
        </p:txBody>
      </p:sp>
      <p:sp>
        <p:nvSpPr>
          <p:cNvPr id="7" name="Textplatzhalter 8">
            <a:extLst>
              <a:ext uri="{FF2B5EF4-FFF2-40B4-BE49-F238E27FC236}">
                <a16:creationId xmlns:a16="http://schemas.microsoft.com/office/drawing/2014/main" id="{E91492BD-ADF5-EE8B-CDD3-C86456807139}"/>
              </a:ext>
            </a:extLst>
          </p:cNvPr>
          <p:cNvSpPr txBox="1">
            <a:spLocks/>
          </p:cNvSpPr>
          <p:nvPr/>
        </p:nvSpPr>
        <p:spPr>
          <a:xfrm>
            <a:off x="8671950" y="3500868"/>
            <a:ext cx="2882740" cy="487259"/>
          </a:xfrm>
          <a:prstGeom prst="rect">
            <a:avLst/>
          </a:prstGeom>
          <a:solidFill>
            <a:schemeClr val="accent2"/>
          </a:solidFill>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vert="horz" lIns="0" tIns="0" rIns="0" bIns="0" rtlCol="0" anchor="ctr">
            <a:noAutofit/>
          </a:bodyPr>
          <a:lstStyle>
            <a:lvl1pPr marL="0" indent="0" algn="l" defTabSz="914400" rtl="0" eaLnBrk="1" latinLnBrk="0" hangingPunct="1">
              <a:lnSpc>
                <a:spcPct val="100000"/>
              </a:lnSpc>
              <a:spcBef>
                <a:spcPts val="600"/>
              </a:spcBef>
              <a:buFont typeface="Arial" panose="020B0604020202020204" pitchFamily="34" charset="0"/>
              <a:buNone/>
              <a:defRPr sz="1500" b="1" kern="1200">
                <a:solidFill>
                  <a:schemeClr val="lt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100" kern="1200">
                <a:solidFill>
                  <a:schemeClr val="lt1"/>
                </a:solidFill>
                <a:latin typeface="+mn-lt"/>
                <a:ea typeface="+mn-ea"/>
                <a:cs typeface="+mn-cs"/>
              </a:defRPr>
            </a:lvl2pPr>
            <a:lvl3pPr marL="179388" indent="-179388" algn="l" defTabSz="914400" rtl="0" eaLnBrk="1" latinLnBrk="0" hangingPunct="1">
              <a:lnSpc>
                <a:spcPct val="100000"/>
              </a:lnSpc>
              <a:spcBef>
                <a:spcPts val="600"/>
              </a:spcBef>
              <a:buClr>
                <a:schemeClr val="tx2"/>
              </a:buClr>
              <a:buFont typeface="Arial" panose="020B0604020202020204" pitchFamily="34" charset="0"/>
              <a:buChar char="•"/>
              <a:defRPr sz="1100" kern="1200">
                <a:solidFill>
                  <a:schemeClr val="lt1"/>
                </a:solidFill>
                <a:latin typeface="+mn-lt"/>
                <a:ea typeface="+mn-ea"/>
                <a:cs typeface="+mn-cs"/>
              </a:defRPr>
            </a:lvl3pPr>
            <a:lvl4pPr marL="357188" indent="-177800" algn="l" defTabSz="914400" rtl="0" eaLnBrk="1" latinLnBrk="0" hangingPunct="1">
              <a:lnSpc>
                <a:spcPct val="100000"/>
              </a:lnSpc>
              <a:spcBef>
                <a:spcPts val="600"/>
              </a:spcBef>
              <a:buFont typeface="Arial" panose="020B0604020202020204" pitchFamily="34" charset="0"/>
              <a:buChar char="•"/>
              <a:defRPr sz="1100" kern="1200" baseline="0">
                <a:solidFill>
                  <a:schemeClr val="lt1"/>
                </a:solidFill>
                <a:latin typeface="+mn-lt"/>
                <a:ea typeface="+mn-ea"/>
                <a:cs typeface="+mn-cs"/>
              </a:defRPr>
            </a:lvl4pPr>
            <a:lvl5pPr marL="536575" indent="-179388" algn="l" defTabSz="914400" rtl="0" eaLnBrk="1" latinLnBrk="0" hangingPunct="1">
              <a:lnSpc>
                <a:spcPct val="100000"/>
              </a:lnSpc>
              <a:spcBef>
                <a:spcPts val="600"/>
              </a:spcBef>
              <a:buClr>
                <a:schemeClr val="tx2"/>
              </a:buClr>
              <a:buFont typeface="Verdana" panose="020B0604030504040204" pitchFamily="34" charset="0"/>
              <a:buChar char="–"/>
              <a:defRPr sz="1100" kern="1200">
                <a:solidFill>
                  <a:schemeClr val="lt1"/>
                </a:solidFill>
                <a:latin typeface="+mn-lt"/>
                <a:ea typeface="+mn-ea"/>
                <a:cs typeface="+mn-cs"/>
              </a:defRPr>
            </a:lvl5pPr>
            <a:lvl6pPr marL="715963" indent="-174625" algn="l" defTabSz="914400" rtl="0" eaLnBrk="1" latinLnBrk="0" hangingPunct="1">
              <a:lnSpc>
                <a:spcPct val="90000"/>
              </a:lnSpc>
              <a:spcBef>
                <a:spcPts val="500"/>
              </a:spcBef>
              <a:buClr>
                <a:schemeClr val="tx2"/>
              </a:buClr>
              <a:buFont typeface="Verdana" panose="020B0604030504040204" pitchFamily="34" charset="0"/>
              <a:buChar char="–"/>
              <a:defRPr sz="11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1800" dirty="0">
                <a:solidFill>
                  <a:schemeClr val="bg1"/>
                </a:solidFill>
                <a:latin typeface="Arial" panose="020B0604020202020204" pitchFamily="34" charset="0"/>
                <a:cs typeface="Arial" panose="020B0604020202020204" pitchFamily="34" charset="0"/>
              </a:rPr>
              <a:t> d) </a:t>
            </a:r>
            <a:r>
              <a:rPr lang="en-US" sz="1800" dirty="0">
                <a:latin typeface="Arial" panose="020B0604020202020204" pitchFamily="34" charset="0"/>
                <a:cs typeface="Arial" panose="020B0604020202020204" pitchFamily="34" charset="0"/>
              </a:rPr>
              <a:t>HSQL</a:t>
            </a:r>
            <a:endParaRPr lang="en-US" sz="1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574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linds(horizontal)">
                                      <p:cBhvr>
                                        <p:cTn id="7" dur="50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Newco_Master_2019">
  <a:themeElements>
    <a:clrScheme name="Benutzerdefiniert 52">
      <a:dk1>
        <a:sysClr val="windowText" lastClr="000000"/>
      </a:dk1>
      <a:lt1>
        <a:srgbClr val="FFFFFF"/>
      </a:lt1>
      <a:dk2>
        <a:srgbClr val="404040"/>
      </a:dk2>
      <a:lt2>
        <a:srgbClr val="E2E2E2"/>
      </a:lt2>
      <a:accent1>
        <a:srgbClr val="6846C6"/>
      </a:accent1>
      <a:accent2>
        <a:srgbClr val="805CE5"/>
      </a:accent2>
      <a:accent3>
        <a:srgbClr val="23B3D9"/>
      </a:accent3>
      <a:accent4>
        <a:srgbClr val="4BCCB9"/>
      </a:accent4>
      <a:accent5>
        <a:srgbClr val="BC22BF"/>
      </a:accent5>
      <a:accent6>
        <a:srgbClr val="EC6F62"/>
      </a:accent6>
      <a:hlink>
        <a:srgbClr val="C2B5E8"/>
      </a:hlink>
      <a:folHlink>
        <a:srgbClr val="92E0D5"/>
      </a:folHlink>
    </a:clrScheme>
    <a:fontScheme name="Newco_Master">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100" dirty="0" err="1" smtClean="0">
            <a:solidFill>
              <a:schemeClr val="tx2"/>
            </a:solidFill>
          </a:defRPr>
        </a:defPPr>
      </a:lstStyle>
    </a:txDef>
  </a:objectDefaults>
  <a:extraClrSchemeLst/>
  <a:extLst>
    <a:ext uri="{05A4C25C-085E-4340-85A3-A5531E510DB2}">
      <thm15:themeFamily xmlns:thm15="http://schemas.microsoft.com/office/thememl/2012/main" name="Präsentation1" id="{88677643-4416-442D-84FA-09D129C65FED}" vid="{BBD83252-DE09-4ACF-83D0-3D31216BB30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Newco_Farben">
      <a:dk1>
        <a:sysClr val="windowText" lastClr="000000"/>
      </a:dk1>
      <a:lt1>
        <a:srgbClr val="FFFFFF"/>
      </a:lt1>
      <a:dk2>
        <a:srgbClr val="404040"/>
      </a:dk2>
      <a:lt2>
        <a:srgbClr val="E2E2E2"/>
      </a:lt2>
      <a:accent1>
        <a:srgbClr val="6846C6"/>
      </a:accent1>
      <a:accent2>
        <a:srgbClr val="805CE5"/>
      </a:accent2>
      <a:accent3>
        <a:srgbClr val="23B3D9"/>
      </a:accent3>
      <a:accent4>
        <a:srgbClr val="4BCCB9"/>
      </a:accent4>
      <a:accent5>
        <a:srgbClr val="BC22BF"/>
      </a:accent5>
      <a:accent6>
        <a:srgbClr val="EC6F62"/>
      </a:accent6>
      <a:hlink>
        <a:srgbClr val="6846C6"/>
      </a:hlink>
      <a:folHlink>
        <a:srgbClr val="23B3D9"/>
      </a:folHlink>
    </a:clrScheme>
    <a:fontScheme name="Benutzerdefiniert 39">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866F6970D0494894EBDF34D6F444F4" ma:contentTypeVersion="15" ma:contentTypeDescription="Create a new document." ma:contentTypeScope="" ma:versionID="a27df6c28a3de93aa479a89eb269b8dd">
  <xsd:schema xmlns:xsd="http://www.w3.org/2001/XMLSchema" xmlns:xs="http://www.w3.org/2001/XMLSchema" xmlns:p="http://schemas.microsoft.com/office/2006/metadata/properties" xmlns:ns2="ffdbada3-dfd2-483a-b612-49c7a3457d17" targetNamespace="http://schemas.microsoft.com/office/2006/metadata/properties" ma:root="true" ma:fieldsID="abf902a511cc35adac181b94a37de348" ns2:_="">
    <xsd:import namespace="ffdbada3-dfd2-483a-b612-49c7a3457d17"/>
    <xsd:element name="properties">
      <xsd:complexType>
        <xsd:sequence>
          <xsd:element name="documentManagement">
            <xsd:complexType>
              <xsd:all>
                <xsd:element ref="ns2:Document_x0020_Type" minOccurs="0"/>
                <xsd:element ref="ns2:Purpose" minOccurs="0"/>
                <xsd:element ref="ns2:Language" minOccurs="0"/>
                <xsd:element ref="ns2:Industry" minOccurs="0"/>
                <xsd:element ref="ns2:Description0" minOccurs="0"/>
                <xsd:element ref="ns2:Author_x0020__x002f__x0020_Entity" minOccurs="0"/>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dbada3-dfd2-483a-b612-49c7a3457d17" elementFormDefault="qualified">
    <xsd:import namespace="http://schemas.microsoft.com/office/2006/documentManagement/types"/>
    <xsd:import namespace="http://schemas.microsoft.com/office/infopath/2007/PartnerControls"/>
    <xsd:element name="Document_x0020_Type" ma:index="8" nillable="true" ma:displayName="Document Type" ma:format="Dropdown" ma:internalName="Document_x0020_Type">
      <xsd:simpleType>
        <xsd:restriction base="dms:Choice">
          <xsd:enumeration value="Logo Package"/>
          <xsd:enumeration value="E-Mail Signature"/>
          <xsd:enumeration value="E-Mail Template"/>
          <xsd:enumeration value="E-Card"/>
          <xsd:enumeration value="Guideline"/>
          <xsd:enumeration value="Instruction"/>
          <xsd:enumeration value="Boilerplate"/>
          <xsd:enumeration value="PowerPoint Master"/>
          <xsd:enumeration value="PowerPoint Slide Deck"/>
          <xsd:enumeration value="Word Template"/>
          <xsd:enumeration value="Word Document"/>
          <xsd:enumeration value="Excel Template"/>
          <xsd:enumeration value="Letterhead"/>
          <xsd:enumeration value="Compliment Slip"/>
          <xsd:enumeration value="Brochure / Flyer"/>
          <xsd:enumeration value="Trend Report"/>
          <xsd:enumeration value="Poster"/>
          <xsd:enumeration value="Corporate Presentation"/>
          <xsd:enumeration value="Company Profile"/>
          <xsd:enumeration value="Client Case Study"/>
          <xsd:enumeration value="Client Case Study (anonymous)"/>
          <xsd:enumeration value="Desktop Wallpaper"/>
          <xsd:enumeration value="Social Profile Header"/>
          <xsd:enumeration value="Video/Animation"/>
          <xsd:enumeration value="Catalogue"/>
          <xsd:enumeration value="Order Form"/>
          <xsd:enumeration value="Background Picture"/>
          <xsd:enumeration value="Whitepaper"/>
        </xsd:restriction>
      </xsd:simpleType>
    </xsd:element>
    <xsd:element name="Purpose" ma:index="9" nillable="true" ma:displayName="Purpose" ma:format="Dropdown" ma:internalName="Purpose">
      <xsd:complexType>
        <xsd:complexContent>
          <xsd:extension base="dms:MultiChoice">
            <xsd:sequence>
              <xsd:element name="Value" maxOccurs="unbounded" minOccurs="0" nillable="true">
                <xsd:simpleType>
                  <xsd:restriction base="dms:Choice">
                    <xsd:enumeration value="Artwork"/>
                    <xsd:enumeration value="Template"/>
                    <xsd:enumeration value="Office Supplies"/>
                    <xsd:enumeration value="Give-aways"/>
                    <xsd:enumeration value="Background Knowledge"/>
                    <xsd:enumeration value="Internal-facing collateral"/>
                    <xsd:enumeration value="External-facing collateral"/>
                  </xsd:restriction>
                </xsd:simpleType>
              </xsd:element>
            </xsd:sequence>
          </xsd:extension>
        </xsd:complexContent>
      </xsd:complexType>
    </xsd:element>
    <xsd:element name="Language" ma:index="10" nillable="true" ma:displayName="Language" ma:format="Dropdown" ma:internalName="Language">
      <xsd:simpleType>
        <xsd:restriction base="dms:Choice">
          <xsd:enumeration value="Arabic (Saudi Arabia)"/>
          <xsd:enumeration value="Bulgarian (Bulgaria)"/>
          <xsd:enumeration value="Chinese (Hong Kong S.A.R.)"/>
          <xsd:enumeration value="Chinese (China)"/>
          <xsd:enumeration value="Chinese (Taiwan)"/>
          <xsd:enumeration value="Croatian (Croatia)"/>
          <xsd:enumeration value="Czech (Czech Republic)"/>
          <xsd:enumeration value="Danish (Denmark)"/>
          <xsd:enumeration value="Dutch (Netherlands)"/>
          <xsd:enumeration value="English"/>
          <xsd:enumeration value="Estonian (Estonia)"/>
          <xsd:enumeration value="Finnish (Finland)"/>
          <xsd:enumeration value="French (France)"/>
          <xsd:enumeration value="German (Germany)"/>
          <xsd:enumeration value="Greek (Greece)"/>
          <xsd:enumeration value="Hebrew (Israel)"/>
          <xsd:enumeration value="Hindi (India)"/>
          <xsd:enumeration value="Hungarian (Hungary)"/>
          <xsd:enumeration value="Indonesian (Indonesia)"/>
          <xsd:enumeration value="Italian (Italy)"/>
          <xsd:enumeration value="Japanese (Japan)"/>
          <xsd:enumeration value="Korean (Korea)"/>
          <xsd:enumeration value="Latvian (Latvia)"/>
          <xsd:enumeration value="Lithuanian (Lithuania)"/>
          <xsd:enumeration value="Malay (Malaysia)"/>
          <xsd:enumeration value="Norwegian (Bokmal) (Norway)"/>
          <xsd:enumeration value="Polish (Poland)"/>
          <xsd:enumeration value="Portuguese (Brazil)"/>
          <xsd:enumeration value="Portuguese (Portugal)"/>
          <xsd:enumeration value="Romanian (Romania)"/>
          <xsd:enumeration value="Russian (Russia)"/>
          <xsd:enumeration value="Serbian (Latin) (Serbia)"/>
          <xsd:enumeration value="Slovak (Slovakia)"/>
          <xsd:enumeration value="Slovenian (Slovenia)"/>
          <xsd:enumeration value="Spanish (Spain)"/>
          <xsd:enumeration value="Swedish (Sweden)"/>
          <xsd:enumeration value="Thai (Thailand)"/>
          <xsd:enumeration value="Turkish (Turkey)"/>
          <xsd:enumeration value="Ukrainian (Ukraine)"/>
          <xsd:enumeration value="Urdu (Islamic Republic of Pakistan)"/>
          <xsd:enumeration value="Vietnamese (Vietnam)"/>
        </xsd:restriction>
      </xsd:simpleType>
    </xsd:element>
    <xsd:element name="Industry" ma:index="11" nillable="true" ma:displayName="Industry" ma:format="Dropdown" ma:internalName="Industry">
      <xsd:complexType>
        <xsd:complexContent>
          <xsd:extension base="dms:MultiChoice">
            <xsd:sequence>
              <xsd:element name="Value" maxOccurs="unbounded" minOccurs="0" nillable="true">
                <xsd:simpleType>
                  <xsd:restriction base="dms:Choice">
                    <xsd:enumeration value="Aerospace &amp; Defence"/>
                    <xsd:enumeration value="Automotive"/>
                    <xsd:enumeration value="Transportation"/>
                    <xsd:enumeration value="BFSI"/>
                    <xsd:enumeration value="Naval"/>
                    <xsd:enumeration value="Industrial"/>
                    <xsd:enumeration value="Healthcare"/>
                    <xsd:enumeration value="Energy &amp; Utilities"/>
                    <xsd:enumeration value="Public Sector"/>
                    <xsd:enumeration value="Retail &amp; Logistics"/>
                    <xsd:enumeration value="Telecom"/>
                    <xsd:enumeration value="Cross-Industries"/>
                  </xsd:restriction>
                </xsd:simpleType>
              </xsd:element>
            </xsd:sequence>
          </xsd:extension>
        </xsd:complexContent>
      </xsd:complexType>
    </xsd:element>
    <xsd:element name="Description0" ma:index="12" nillable="true" ma:displayName="Description" ma:internalName="Description0">
      <xsd:simpleType>
        <xsd:restriction base="dms:Note">
          <xsd:maxLength value="255"/>
        </xsd:restriction>
      </xsd:simpleType>
    </xsd:element>
    <xsd:element name="Author_x0020__x002f__x0020_Entity" ma:index="13" nillable="true" ma:displayName="Author / Entity" ma:internalName="Author_x0020__x002f__x0020_Entity">
      <xsd:simpleType>
        <xsd:restriction base="dms:Text">
          <xsd:maxLength value="255"/>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Tags"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escription0 xmlns="ffdbada3-dfd2-483a-b612-49c7a3457d17" xsi:nil="true"/>
    <Author_x0020__x002f__x0020_Entity xmlns="ffdbada3-dfd2-483a-b612-49c7a3457d17" xsi:nil="true"/>
    <Purpose xmlns="ffdbada3-dfd2-483a-b612-49c7a3457d17">
      <Value>Template</Value>
    </Purpose>
    <Industry xmlns="ffdbada3-dfd2-483a-b612-49c7a3457d17"/>
    <Language xmlns="ffdbada3-dfd2-483a-b612-49c7a3457d17" xsi:nil="true"/>
    <Document_x0020_Type xmlns="ffdbada3-dfd2-483a-b612-49c7a3457d17">PowerPoint Master</Document_x0020_Typ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3B77997-3B9C-4D25-997B-164046D290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dbada3-dfd2-483a-b612-49c7a3457d1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8B602E3-AF99-41CC-8DE6-DF6DE3C02002}">
  <ds:schemaRefs>
    <ds:schemaRef ds:uri="http://purl.org/dc/dcmitype/"/>
    <ds:schemaRef ds:uri="http://www.w3.org/XML/1998/namespace"/>
    <ds:schemaRef ds:uri="ffdbada3-dfd2-483a-b612-49c7a3457d17"/>
    <ds:schemaRef ds:uri="http://purl.org/dc/term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1BDE452E-FB48-464D-969A-606E9B145BC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PowerPoint master for comprehensive contents</Template>
  <TotalTime>9019</TotalTime>
  <Words>3422</Words>
  <Application>Microsoft Office PowerPoint</Application>
  <PresentationFormat>Widescreen</PresentationFormat>
  <Paragraphs>714</Paragraphs>
  <Slides>54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Montserrat SemiBold</vt:lpstr>
      <vt:lpstr>Segoe UI</vt:lpstr>
      <vt:lpstr>Verdana</vt:lpstr>
      <vt:lpstr>Newco_Master_2019</vt:lpstr>
      <vt:lpstr>Object Relational Mapping  (ORM)</vt:lpstr>
      <vt:lpstr>Introduction to ORM Agenda</vt:lpstr>
      <vt:lpstr>What is ORM ?</vt:lpstr>
      <vt:lpstr>Problems with JDBC</vt:lpstr>
      <vt:lpstr>Problems with JDBC – Reduce Code Changes</vt:lpstr>
      <vt:lpstr>Problems with JDBC – Tied to specific database</vt:lpstr>
      <vt:lpstr>Problems with JDBC – Error-prone</vt:lpstr>
      <vt:lpstr>Problems with JDBC – Relationships are really hard</vt:lpstr>
      <vt:lpstr>Problems with JDBC – Cache Mechanisms</vt:lpstr>
      <vt:lpstr>What is Hibernate ?</vt:lpstr>
      <vt:lpstr>Need for Hibernate</vt:lpstr>
      <vt:lpstr>The preferred solution  for ORM</vt:lpstr>
      <vt:lpstr>Hibernate API</vt:lpstr>
      <vt:lpstr>Hibernate API- The Configuration Class</vt:lpstr>
      <vt:lpstr>The Session Factory </vt:lpstr>
      <vt:lpstr>The Session</vt:lpstr>
      <vt:lpstr>The Transaction and Query</vt:lpstr>
      <vt:lpstr>Working with  Objects</vt:lpstr>
      <vt:lpstr>Hibernate Object States</vt:lpstr>
      <vt:lpstr>Making Objects Persistent</vt:lpstr>
      <vt:lpstr>Retrieving a Persistent Object</vt:lpstr>
      <vt:lpstr>Modifying Objects</vt:lpstr>
      <vt:lpstr>Deleting an Object</vt:lpstr>
      <vt:lpstr>Querying in Hibernate</vt:lpstr>
      <vt:lpstr>Hibernate Query Language (HQL)</vt:lpstr>
      <vt:lpstr>Hibernate Query Language (HQL)</vt:lpstr>
      <vt:lpstr>Features of  HQL</vt:lpstr>
      <vt:lpstr>HQL</vt:lpstr>
      <vt:lpstr>HQL</vt:lpstr>
      <vt:lpstr>HQL</vt:lpstr>
      <vt:lpstr>Criteria Queries</vt:lpstr>
      <vt:lpstr>Native SQL</vt:lpstr>
      <vt:lpstr>Basic Object-Relational Mapping Annotations</vt:lpstr>
      <vt:lpstr>Configure Hibernate with Application</vt:lpstr>
      <vt:lpstr>CRUD Operations with annotations</vt:lpstr>
      <vt:lpstr>Maven Dependencies and Directory Structure</vt:lpstr>
      <vt:lpstr>Persistence Class</vt:lpstr>
      <vt:lpstr>Persistence Class</vt:lpstr>
      <vt:lpstr>Persistence Class</vt:lpstr>
      <vt:lpstr>Persistence Class – Plain Old Java Object (POJO)</vt:lpstr>
      <vt:lpstr>Hibernate Configuration File</vt:lpstr>
      <vt:lpstr>Hibernate Configuration File</vt:lpstr>
      <vt:lpstr>Hibernate Configuration File</vt:lpstr>
      <vt:lpstr>Hibernate Demo Class</vt:lpstr>
      <vt:lpstr>Hibernate Demo Class</vt:lpstr>
      <vt:lpstr>Hibernate Demo Class</vt:lpstr>
      <vt:lpstr>Hibernate Demo Class</vt:lpstr>
      <vt:lpstr>Hibernate Demo Class</vt:lpstr>
      <vt:lpstr>Executing Hibernate Demo</vt:lpstr>
      <vt:lpstr>Quiz  </vt:lpstr>
      <vt:lpstr>Quiz  </vt:lpstr>
      <vt:lpstr>Quiz  </vt:lpstr>
      <vt:lpstr>Quiz  </vt:lpstr>
      <vt:lpstr>Quiz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42pt, bold max. 3 lines</dc:title>
  <dc:creator>smartcliff@montbleu.com</dc:creator>
  <cp:lastModifiedBy>Lenovo</cp:lastModifiedBy>
  <cp:revision>194</cp:revision>
  <dcterms:created xsi:type="dcterms:W3CDTF">2021-06-04T07:21:01Z</dcterms:created>
  <dcterms:modified xsi:type="dcterms:W3CDTF">2026-02-11T06:24:06Z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0x0101009C866F6970D0494894EBDF34D6F444F4</vt:lpwstr>
  </property>
</Properties>
</file>